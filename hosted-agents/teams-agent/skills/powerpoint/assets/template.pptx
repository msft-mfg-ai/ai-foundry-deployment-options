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media/image10.svg" ContentType="image/svg+xml"/>
  <Override PartName="/ppt/media/image11.svg" ContentType="image/svg+xml"/>
  <Override PartName="/ppt/media/image2.svg" ContentType="image/svg+xml"/>
  <Override PartName="/ppt/media/image4.svg" ContentType="image/svg+xml"/>
  <Override PartName="/ppt/media/image5.svg" ContentType="image/svg+xml"/>
  <Override PartName="/ppt/media/image6.svg" ContentType="image/svg+xml"/>
  <Override PartName="/ppt/media/image7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5"/>
  </p:notesMasterIdLst>
  <p:sldIdLst/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D118B65-BC44-4DB1-A423-A191D9C2D616}" v="2" dt="2026-08-24T22:15:42.681"/>
    <p1510:client id="{4E97D9BF-C30D-9E50-6481-208ABED78F7B}" v="23" dt="2026-08-25T21:11:31.59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9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78" d="100"/>
          <a:sy n="78" d="100"/>
        </p:scale>
        <p:origin x="2876" y="8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Relationship Id="rId40" Type="http://schemas.microsoft.com/office/2016/11/relationships/changesInfo" Target="changesInfos/changesInfo1.xml"/><Relationship Id="rId41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arlos Slattery" userId="S::carloss@diax38842992.onmicrosoft.com::b22b1b0f-c034-411c-a1d4-81e3c5c681c3" providerId="AD" clId="Web-{4E97D9BF-C30D-9E50-6481-208ABED78F7B}"/>
    <pc:docChg chg="modSld">
      <pc:chgData name="Carlos Slattery" userId="S::carloss@diax38842992.onmicrosoft.com::b22b1b0f-c034-411c-a1d4-81e3c5c681c3" providerId="AD" clId="Web-{4E97D9BF-C30D-9E50-6481-208ABED78F7B}" dt="2026-08-25T21:11:31.595" v="22" actId="14100"/>
      <pc:docMkLst>
        <pc:docMk/>
      </pc:docMkLst>
      <pc:sldChg chg="modSp">
        <pc:chgData name="Carlos Slattery" userId="S::carloss@diax38842992.onmicrosoft.com::b22b1b0f-c034-411c-a1d4-81e3c5c681c3" providerId="AD" clId="Web-{4E97D9BF-C30D-9E50-6481-208ABED78F7B}" dt="2026-08-25T21:08:48.868" v="8" actId="1076"/>
        <pc:sldMkLst>
          <pc:docMk/>
          <pc:sldMk cId="3863236338" sldId="274"/>
        </pc:sldMkLst>
        <pc:spChg chg="mod">
          <ac:chgData name="Carlos Slattery" userId="S::carloss@diax38842992.onmicrosoft.com::b22b1b0f-c034-411c-a1d4-81e3c5c681c3" providerId="AD" clId="Web-{4E97D9BF-C30D-9E50-6481-208ABED78F7B}" dt="2026-08-25T21:08:48.868" v="8" actId="1076"/>
          <ac:spMkLst>
            <pc:docMk/>
            <pc:sldMk cId="3863236338" sldId="274"/>
            <ac:spMk id="4" creationId="{E8F25E17-728F-7F37-2DF1-BB330BEB9B05}"/>
          </ac:spMkLst>
        </pc:spChg>
        <pc:spChg chg="mod">
          <ac:chgData name="Carlos Slattery" userId="S::carloss@diax38842992.onmicrosoft.com::b22b1b0f-c034-411c-a1d4-81e3c5c681c3" providerId="AD" clId="Web-{4E97D9BF-C30D-9E50-6481-208ABED78F7B}" dt="2026-08-25T21:08:45.040" v="7" actId="14100"/>
          <ac:spMkLst>
            <pc:docMk/>
            <pc:sldMk cId="3863236338" sldId="274"/>
            <ac:spMk id="15" creationId="{597075E6-4150-A456-CC0E-39624FADA2A4}"/>
          </ac:spMkLst>
        </pc:spChg>
      </pc:sldChg>
      <pc:sldChg chg="modSp">
        <pc:chgData name="Carlos Slattery" userId="S::carloss@diax38842992.onmicrosoft.com::b22b1b0f-c034-411c-a1d4-81e3c5c681c3" providerId="AD" clId="Web-{4E97D9BF-C30D-9E50-6481-208ABED78F7B}" dt="2026-08-25T21:08:39.368" v="6" actId="14100"/>
        <pc:sldMkLst>
          <pc:docMk/>
          <pc:sldMk cId="365323910" sldId="283"/>
        </pc:sldMkLst>
        <pc:spChg chg="mod">
          <ac:chgData name="Carlos Slattery" userId="S::carloss@diax38842992.onmicrosoft.com::b22b1b0f-c034-411c-a1d4-81e3c5c681c3" providerId="AD" clId="Web-{4E97D9BF-C30D-9E50-6481-208ABED78F7B}" dt="2026-08-25T21:08:39.368" v="6" actId="14100"/>
          <ac:spMkLst>
            <pc:docMk/>
            <pc:sldMk cId="365323910" sldId="283"/>
            <ac:spMk id="4" creationId="{80593D92-C80D-8B46-3EC7-90712FFCB8C9}"/>
          </ac:spMkLst>
        </pc:spChg>
        <pc:spChg chg="mod">
          <ac:chgData name="Carlos Slattery" userId="S::carloss@diax38842992.onmicrosoft.com::b22b1b0f-c034-411c-a1d4-81e3c5c681c3" providerId="AD" clId="Web-{4E97D9BF-C30D-9E50-6481-208ABED78F7B}" dt="2026-08-25T21:08:31.852" v="5" actId="14100"/>
          <ac:spMkLst>
            <pc:docMk/>
            <pc:sldMk cId="365323910" sldId="283"/>
            <ac:spMk id="15" creationId="{4115727D-2AA0-33C3-2EBA-3FA64DAF3F73}"/>
          </ac:spMkLst>
        </pc:spChg>
      </pc:sldChg>
      <pc:sldChg chg="modSp">
        <pc:chgData name="Carlos Slattery" userId="S::carloss@diax38842992.onmicrosoft.com::b22b1b0f-c034-411c-a1d4-81e3c5c681c3" providerId="AD" clId="Web-{4E97D9BF-C30D-9E50-6481-208ABED78F7B}" dt="2026-08-25T21:09:17.385" v="12" actId="14100"/>
        <pc:sldMkLst>
          <pc:docMk/>
          <pc:sldMk cId="695806193" sldId="284"/>
        </pc:sldMkLst>
        <pc:spChg chg="mod">
          <ac:chgData name="Carlos Slattery" userId="S::carloss@diax38842992.onmicrosoft.com::b22b1b0f-c034-411c-a1d4-81e3c5c681c3" providerId="AD" clId="Web-{4E97D9BF-C30D-9E50-6481-208ABED78F7B}" dt="2026-08-25T21:09:14.838" v="11" actId="1076"/>
          <ac:spMkLst>
            <pc:docMk/>
            <pc:sldMk cId="695806193" sldId="284"/>
            <ac:spMk id="4" creationId="{2BF689AB-53CD-032B-CEF0-CF600FCBFABC}"/>
          </ac:spMkLst>
        </pc:spChg>
        <pc:spChg chg="mod">
          <ac:chgData name="Carlos Slattery" userId="S::carloss@diax38842992.onmicrosoft.com::b22b1b0f-c034-411c-a1d4-81e3c5c681c3" providerId="AD" clId="Web-{4E97D9BF-C30D-9E50-6481-208ABED78F7B}" dt="2026-08-25T21:09:17.385" v="12" actId="14100"/>
          <ac:spMkLst>
            <pc:docMk/>
            <pc:sldMk cId="695806193" sldId="284"/>
            <ac:spMk id="15" creationId="{64C5F358-1C3A-688F-2F29-62AC6E86F880}"/>
          </ac:spMkLst>
        </pc:spChg>
      </pc:sldChg>
      <pc:sldChg chg="modSp">
        <pc:chgData name="Carlos Slattery" userId="S::carloss@diax38842992.onmicrosoft.com::b22b1b0f-c034-411c-a1d4-81e3c5c681c3" providerId="AD" clId="Web-{4E97D9BF-C30D-9E50-6481-208ABED78F7B}" dt="2026-08-25T21:09:31.855" v="13" actId="1076"/>
        <pc:sldMkLst>
          <pc:docMk/>
          <pc:sldMk cId="2783362796" sldId="286"/>
        </pc:sldMkLst>
        <pc:spChg chg="mod">
          <ac:chgData name="Carlos Slattery" userId="S::carloss@diax38842992.onmicrosoft.com::b22b1b0f-c034-411c-a1d4-81e3c5c681c3" providerId="AD" clId="Web-{4E97D9BF-C30D-9E50-6481-208ABED78F7B}" dt="2026-08-25T21:09:31.855" v="13" actId="1076"/>
          <ac:spMkLst>
            <pc:docMk/>
            <pc:sldMk cId="2783362796" sldId="286"/>
            <ac:spMk id="4" creationId="{D9F7E399-6328-5094-71FB-7E01D3AACF16}"/>
          </ac:spMkLst>
        </pc:spChg>
      </pc:sldChg>
      <pc:sldChg chg="modSp">
        <pc:chgData name="Carlos Slattery" userId="S::carloss@diax38842992.onmicrosoft.com::b22b1b0f-c034-411c-a1d4-81e3c5c681c3" providerId="AD" clId="Web-{4E97D9BF-C30D-9E50-6481-208ABED78F7B}" dt="2026-08-25T21:10:11.638" v="15"/>
        <pc:sldMkLst>
          <pc:docMk/>
          <pc:sldMk cId="3681335709" sldId="294"/>
        </pc:sldMkLst>
        <pc:spChg chg="mod">
          <ac:chgData name="Carlos Slattery" userId="S::carloss@diax38842992.onmicrosoft.com::b22b1b0f-c034-411c-a1d4-81e3c5c681c3" providerId="AD" clId="Web-{4E97D9BF-C30D-9E50-6481-208ABED78F7B}" dt="2026-08-25T21:10:11.638" v="15"/>
          <ac:spMkLst>
            <pc:docMk/>
            <pc:sldMk cId="3681335709" sldId="294"/>
            <ac:spMk id="3" creationId="{3291D104-9837-FBD9-6DD2-29056F75384F}"/>
          </ac:spMkLst>
        </pc:spChg>
      </pc:sldChg>
      <pc:sldChg chg="modSp">
        <pc:chgData name="Carlos Slattery" userId="S::carloss@diax38842992.onmicrosoft.com::b22b1b0f-c034-411c-a1d4-81e3c5c681c3" providerId="AD" clId="Web-{4E97D9BF-C30D-9E50-6481-208ABED78F7B}" dt="2026-08-25T21:10:44.952" v="17"/>
        <pc:sldMkLst>
          <pc:docMk/>
          <pc:sldMk cId="1031354135" sldId="297"/>
        </pc:sldMkLst>
        <pc:spChg chg="mod">
          <ac:chgData name="Carlos Slattery" userId="S::carloss@diax38842992.onmicrosoft.com::b22b1b0f-c034-411c-a1d4-81e3c5c681c3" providerId="AD" clId="Web-{4E97D9BF-C30D-9E50-6481-208ABED78F7B}" dt="2026-08-25T21:10:35.795" v="16"/>
          <ac:spMkLst>
            <pc:docMk/>
            <pc:sldMk cId="1031354135" sldId="297"/>
            <ac:spMk id="10" creationId="{D461F0A4-EDEF-A5C3-CF02-71AA4039A906}"/>
          </ac:spMkLst>
        </pc:spChg>
        <pc:spChg chg="mod">
          <ac:chgData name="Carlos Slattery" userId="S::carloss@diax38842992.onmicrosoft.com::b22b1b0f-c034-411c-a1d4-81e3c5c681c3" providerId="AD" clId="Web-{4E97D9BF-C30D-9E50-6481-208ABED78F7B}" dt="2026-08-25T21:10:44.952" v="17"/>
          <ac:spMkLst>
            <pc:docMk/>
            <pc:sldMk cId="1031354135" sldId="297"/>
            <ac:spMk id="14" creationId="{E4BD2968-5C6E-2D22-4B87-CA14F30388A2}"/>
          </ac:spMkLst>
        </pc:spChg>
      </pc:sldChg>
      <pc:sldChg chg="modSp">
        <pc:chgData name="Carlos Slattery" userId="S::carloss@diax38842992.onmicrosoft.com::b22b1b0f-c034-411c-a1d4-81e3c5c681c3" providerId="AD" clId="Web-{4E97D9BF-C30D-9E50-6481-208ABED78F7B}" dt="2026-08-25T21:11:16.125" v="19" actId="1076"/>
        <pc:sldMkLst>
          <pc:docMk/>
          <pc:sldMk cId="3969086925" sldId="304"/>
        </pc:sldMkLst>
        <pc:spChg chg="mod">
          <ac:chgData name="Carlos Slattery" userId="S::carloss@diax38842992.onmicrosoft.com::b22b1b0f-c034-411c-a1d4-81e3c5c681c3" providerId="AD" clId="Web-{4E97D9BF-C30D-9E50-6481-208ABED78F7B}" dt="2026-08-25T21:11:13.984" v="18" actId="1076"/>
          <ac:spMkLst>
            <pc:docMk/>
            <pc:sldMk cId="3969086925" sldId="304"/>
            <ac:spMk id="3" creationId="{4AA529DF-D0EC-EDBE-9FC2-28E2598F8036}"/>
          </ac:spMkLst>
        </pc:spChg>
        <pc:spChg chg="mod">
          <ac:chgData name="Carlos Slattery" userId="S::carloss@diax38842992.onmicrosoft.com::b22b1b0f-c034-411c-a1d4-81e3c5c681c3" providerId="AD" clId="Web-{4E97D9BF-C30D-9E50-6481-208ABED78F7B}" dt="2026-08-25T21:11:16.125" v="19" actId="1076"/>
          <ac:spMkLst>
            <pc:docMk/>
            <pc:sldMk cId="3969086925" sldId="304"/>
            <ac:spMk id="6" creationId="{322EDCF2-ED1B-DC89-B7C4-E565CA091807}"/>
          </ac:spMkLst>
        </pc:spChg>
      </pc:sldChg>
      <pc:sldChg chg="modSp">
        <pc:chgData name="Carlos Slattery" userId="S::carloss@diax38842992.onmicrosoft.com::b22b1b0f-c034-411c-a1d4-81e3c5c681c3" providerId="AD" clId="Web-{4E97D9BF-C30D-9E50-6481-208ABED78F7B}" dt="2026-08-25T21:11:26.954" v="21" actId="20577"/>
        <pc:sldMkLst>
          <pc:docMk/>
          <pc:sldMk cId="4153339982" sldId="308"/>
        </pc:sldMkLst>
        <pc:spChg chg="mod">
          <ac:chgData name="Carlos Slattery" userId="S::carloss@diax38842992.onmicrosoft.com::b22b1b0f-c034-411c-a1d4-81e3c5c681c3" providerId="AD" clId="Web-{4E97D9BF-C30D-9E50-6481-208ABED78F7B}" dt="2026-08-25T21:11:26.954" v="21" actId="20577"/>
          <ac:spMkLst>
            <pc:docMk/>
            <pc:sldMk cId="4153339982" sldId="308"/>
            <ac:spMk id="7" creationId="{44BE6331-E06B-E24F-38CC-27F5804A9578}"/>
          </ac:spMkLst>
        </pc:spChg>
      </pc:sldChg>
      <pc:sldChg chg="modSp">
        <pc:chgData name="Carlos Slattery" userId="S::carloss@diax38842992.onmicrosoft.com::b22b1b0f-c034-411c-a1d4-81e3c5c681c3" providerId="AD" clId="Web-{4E97D9BF-C30D-9E50-6481-208ABED78F7B}" dt="2026-08-25T21:11:31.595" v="22" actId="14100"/>
        <pc:sldMkLst>
          <pc:docMk/>
          <pc:sldMk cId="2929478808" sldId="309"/>
        </pc:sldMkLst>
        <pc:spChg chg="mod">
          <ac:chgData name="Carlos Slattery" userId="S::carloss@diax38842992.onmicrosoft.com::b22b1b0f-c034-411c-a1d4-81e3c5c681c3" providerId="AD" clId="Web-{4E97D9BF-C30D-9E50-6481-208ABED78F7B}" dt="2026-08-25T21:11:31.595" v="22" actId="14100"/>
          <ac:spMkLst>
            <pc:docMk/>
            <pc:sldMk cId="2929478808" sldId="309"/>
            <ac:spMk id="8" creationId="{3249F75C-61AB-66E5-BBB6-47B7C4FCA853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3309677-FDE2-4E71-B2AF-7AC185C28AA0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339EB02-5541-41AB-BF42-29D0B9447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42192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6.sv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8.svg"/><Relationship Id="rId4" Type="http://schemas.openxmlformats.org/officeDocument/2006/relationships/image" Target="../media/image6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6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Relationship Id="rId3" Type="http://schemas.openxmlformats.org/officeDocument/2006/relationships/image" Target="../media/image7.sv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sv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svg"/><Relationship Id="rId3" Type="http://schemas.openxmlformats.org/officeDocument/2006/relationships/image" Target="../media/image6.sv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svg"/><Relationship Id="rId3" Type="http://schemas.openxmlformats.org/officeDocument/2006/relationships/image" Target="../media/image6.sv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1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close up of a blue fabric&#10;&#10;AI-generated content may be incorrect.">
            <a:extLst>
              <a:ext uri="{FF2B5EF4-FFF2-40B4-BE49-F238E27FC236}">
                <a16:creationId xmlns:a16="http://schemas.microsoft.com/office/drawing/2014/main" id="{2531E0DC-7E1F-EA2E-5576-5707A0E13AD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-2" t="23005" r="24196" b="26592"/>
          <a:stretch>
            <a:fillRect/>
          </a:stretch>
        </p:blipFill>
        <p:spPr>
          <a:xfrm>
            <a:off x="-64" y="0"/>
            <a:ext cx="12192064" cy="6858000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E1C68B8C-1B1F-7905-734B-F678EC77603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4859" y="2625044"/>
            <a:ext cx="5791141" cy="2774393"/>
          </a:xfrm>
        </p:spPr>
        <p:txBody>
          <a:bodyPr anchor="b">
            <a:noAutofit/>
          </a:bodyPr>
          <a:lstStyle>
            <a:lvl1pPr algn="l">
              <a:defRPr sz="5400" cap="all" baseline="0">
                <a:solidFill>
                  <a:schemeClr val="bg1"/>
                </a:solidFill>
              </a:defRPr>
            </a:lvl1pPr>
          </a:lstStyle>
          <a:p>
            <a:r>
              <a:rPr lang="en-US" sz="5400" dirty="0"/>
              <a:t>CLICK TO EDIT PRESENTATION HEADLINE TITLE 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5EC43095-B93C-F716-4FC6-7605E0EA066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4799" y="5535577"/>
            <a:ext cx="5791190" cy="1014107"/>
          </a:xfrm>
        </p:spPr>
        <p:txBody>
          <a:bodyPr anchor="t">
            <a:noAutofit/>
          </a:bodyPr>
          <a:lstStyle>
            <a:lvl1pPr marL="0" indent="0" algn="l">
              <a:buNone/>
              <a:defRPr sz="16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455B6ABD-171C-7F19-01C4-E19B8443F58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04799" y="304801"/>
            <a:ext cx="5791201" cy="201544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08F449F-CD2C-C417-B6EB-88E26E28818F}"/>
              </a:ext>
            </a:extLst>
          </p:cNvPr>
          <p:cNvSpPr txBox="1"/>
          <p:nvPr userDrawn="1"/>
        </p:nvSpPr>
        <p:spPr>
          <a:xfrm>
            <a:off x="15479486" y="404948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D5A4CF-A01E-2CEA-103C-41AF73C18A38}"/>
              </a:ext>
            </a:extLst>
          </p:cNvPr>
          <p:cNvSpPr txBox="1"/>
          <p:nvPr userDrawn="1"/>
        </p:nvSpPr>
        <p:spPr>
          <a:xfrm>
            <a:off x="15479486" y="404948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3511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3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lose up of a fabric&#10;&#10;AI-generated content may be incorrect.">
            <a:extLst>
              <a:ext uri="{FF2B5EF4-FFF2-40B4-BE49-F238E27FC236}">
                <a16:creationId xmlns:a16="http://schemas.microsoft.com/office/drawing/2014/main" id="{86EB3D4D-16F5-1B31-2FB5-CF165227120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8042" r="17037" b="21998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36045766-D1EF-59CC-37C1-A4DFD8480924}"/>
              </a:ext>
            </a:extLst>
          </p:cNvPr>
          <p:cNvSpPr/>
          <p:nvPr/>
        </p:nvSpPr>
        <p:spPr>
          <a:xfrm rot="5400000">
            <a:off x="2667000" y="-2666999"/>
            <a:ext cx="6858000" cy="12192000"/>
          </a:xfrm>
          <a:prstGeom prst="rect">
            <a:avLst/>
          </a:prstGeom>
          <a:gradFill flip="none" rotWithShape="1">
            <a:gsLst>
              <a:gs pos="29000">
                <a:schemeClr val="bg2">
                  <a:alpha val="57124"/>
                </a:schemeClr>
              </a:gs>
              <a:gs pos="100000">
                <a:schemeClr val="accent6">
                  <a:alpha val="94000"/>
                </a:schemeClr>
              </a:gs>
            </a:gsLst>
            <a:lin ang="81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52942" y="4201274"/>
            <a:ext cx="5157788" cy="1500719"/>
          </a:xfrm>
        </p:spPr>
        <p:txBody>
          <a:bodyPr anchor="t">
            <a:normAutofit/>
          </a:bodyPr>
          <a:lstStyle>
            <a:lvl1pPr marL="0" indent="0" algn="l">
              <a:buNone/>
              <a:defRPr sz="16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E6562125-57CC-79F0-AA9A-3B22DB0AEEE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87423" y="2476774"/>
            <a:ext cx="5472285" cy="1904452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D78A28B2-2018-550B-0591-370703D2B6A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442141" y="1426881"/>
            <a:ext cx="5167426" cy="2774393"/>
          </a:xfrm>
        </p:spPr>
        <p:txBody>
          <a:bodyPr anchor="b">
            <a:noAutofit/>
          </a:bodyPr>
          <a:lstStyle>
            <a:lvl1pPr algn="l">
              <a:defRPr sz="5400" cap="all" baseline="0">
                <a:solidFill>
                  <a:schemeClr val="tx1"/>
                </a:solidFill>
              </a:defRPr>
            </a:lvl1pPr>
          </a:lstStyle>
          <a:p>
            <a:r>
              <a:rPr lang="en-US" sz="5400" dirty="0"/>
              <a:t>CLICK TO EDIT PRESENTATION HEADLINE TITLE </a:t>
            </a:r>
          </a:p>
        </p:txBody>
      </p:sp>
    </p:spTree>
    <p:extLst>
      <p:ext uri="{BB962C8B-B14F-4D97-AF65-F5344CB8AC3E}">
        <p14:creationId xmlns:p14="http://schemas.microsoft.com/office/powerpoint/2010/main" val="12867004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hoto 1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003338" y="5596216"/>
            <a:ext cx="3879100" cy="922652"/>
          </a:xfrm>
        </p:spPr>
        <p:txBody>
          <a:bodyPr anchor="b" anchorCtr="0">
            <a:noAutofit/>
          </a:bodyPr>
          <a:lstStyle>
            <a:lvl1pPr marL="0" indent="0" algn="l"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88913" y="188913"/>
            <a:ext cx="11806237" cy="5088557"/>
          </a:xfrm>
          <a:solidFill>
            <a:schemeClr val="tx2"/>
          </a:solidFill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35F5A422-91A3-719E-5F4F-3B870F76AF9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01858" y="5525779"/>
            <a:ext cx="1044672" cy="1044672"/>
          </a:xfrm>
          <a:prstGeom prst="rect">
            <a:avLst/>
          </a:prstGeom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AF169B0D-038B-F394-979D-E12B6ED698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91608" y="5596216"/>
            <a:ext cx="6166652" cy="922652"/>
          </a:xfrm>
        </p:spPr>
        <p:txBody>
          <a:bodyPr/>
          <a:lstStyle>
            <a:lvl1pPr>
              <a:defRPr sz="3600" cap="all" baseline="0"/>
            </a:lvl1pPr>
          </a:lstStyle>
          <a:p>
            <a:r>
              <a:rPr lang="en-US" sz="3600" dirty="0"/>
              <a:t>CLICK TO EDIT PRESENTATION HEADLINE TITLE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25813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hoto 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4FA5E369-7273-1825-642C-99FC306A7A5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188913" y="1497874"/>
            <a:ext cx="11806237" cy="5174389"/>
          </a:xfrm>
          <a:solidFill>
            <a:schemeClr val="tx2"/>
          </a:solidFill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018230" y="305531"/>
            <a:ext cx="3871912" cy="913225"/>
          </a:xfrm>
        </p:spPr>
        <p:txBody>
          <a:bodyPr anchor="b" anchorCtr="0">
            <a:noAutofit/>
          </a:bodyPr>
          <a:lstStyle>
            <a:lvl1pPr marL="0" indent="0" algn="l"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C4F68802-28DD-F47D-2B77-6072447E586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01858" y="249054"/>
            <a:ext cx="1044672" cy="1044672"/>
          </a:xfrm>
          <a:prstGeom prst="rect">
            <a:avLst/>
          </a:prstGeom>
        </p:spPr>
      </p:pic>
      <p:sp>
        <p:nvSpPr>
          <p:cNvPr id="6" name="Title 4">
            <a:extLst>
              <a:ext uri="{FF2B5EF4-FFF2-40B4-BE49-F238E27FC236}">
                <a16:creationId xmlns:a16="http://schemas.microsoft.com/office/drawing/2014/main" id="{59DBBEC7-D5BB-8FFA-6CC2-8F65ABE6D28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91608" y="291571"/>
            <a:ext cx="6166652" cy="922652"/>
          </a:xfrm>
        </p:spPr>
        <p:txBody>
          <a:bodyPr/>
          <a:lstStyle>
            <a:lvl1pPr>
              <a:defRPr sz="3600" cap="all" baseline="0"/>
            </a:lvl1pPr>
          </a:lstStyle>
          <a:p>
            <a:r>
              <a:rPr lang="en-US" sz="3600" dirty="0"/>
              <a:t>CLICK TO EDIT PRESENTATION HEADLINE TITLE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34342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1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9562" y="1625399"/>
            <a:ext cx="11577637" cy="4302919"/>
          </a:xfrm>
        </p:spPr>
        <p:txBody>
          <a:bodyPr anchor="b">
            <a:normAutofit/>
          </a:bodyPr>
          <a:lstStyle>
            <a:lvl1pPr algn="l">
              <a:defRPr sz="480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16" name="Graphic 15">
            <a:extLst>
              <a:ext uri="{FF2B5EF4-FFF2-40B4-BE49-F238E27FC236}">
                <a16:creationId xmlns:a16="http://schemas.microsoft.com/office/drawing/2014/main" id="{346D0F57-E33A-950A-8C6C-8D126B80E9F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88913" y="6250427"/>
            <a:ext cx="1212110" cy="421836"/>
          </a:xfrm>
          <a:prstGeom prst="rect">
            <a:avLst/>
          </a:prstGeom>
        </p:spPr>
      </p:pic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DF873C4-1813-72D9-AFAE-65551E6319D4}"/>
              </a:ext>
            </a:extLst>
          </p:cNvPr>
          <p:cNvCxnSpPr>
            <a:cxnSpLocks/>
          </p:cNvCxnSpPr>
          <p:nvPr userDrawn="1"/>
        </p:nvCxnSpPr>
        <p:spPr>
          <a:xfrm>
            <a:off x="309563" y="6057900"/>
            <a:ext cx="11577637" cy="0"/>
          </a:xfrm>
          <a:prstGeom prst="line">
            <a:avLst/>
          </a:prstGeom>
          <a:ln w="9525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Date Placeholder 4">
            <a:extLst>
              <a:ext uri="{FF2B5EF4-FFF2-40B4-BE49-F238E27FC236}">
                <a16:creationId xmlns:a16="http://schemas.microsoft.com/office/drawing/2014/main" id="{5779A259-59A3-AC68-8FDE-4D6CF994FA0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985174" y="6361755"/>
            <a:ext cx="1346758" cy="201168"/>
          </a:xfrm>
          <a:prstGeom prst="rect">
            <a:avLst/>
          </a:prstGeom>
        </p:spPr>
        <p:txBody>
          <a:bodyPr lIns="0" anchor="ctr" anchorCtr="0"/>
          <a:lstStyle>
            <a:lvl1pPr algn="l">
              <a:defRPr sz="1200">
                <a:solidFill>
                  <a:schemeClr val="accent5">
                    <a:lumMod val="40000"/>
                    <a:lumOff val="60000"/>
                  </a:schemeClr>
                </a:solidFill>
              </a:defRPr>
            </a:lvl1pPr>
          </a:lstStyle>
          <a:p>
            <a:fld id="{5ADA010C-E84C-A649-89FE-8E1F77E9937E}" type="datetime1">
              <a:rPr lang="en-US" smtClean="0"/>
              <a:t>8/25/2026</a:t>
            </a:fld>
            <a:endParaRPr lang="en-US" dirty="0"/>
          </a:p>
        </p:txBody>
      </p:sp>
      <p:sp>
        <p:nvSpPr>
          <p:cNvPr id="19" name="Slide Number Placeholder 6">
            <a:extLst>
              <a:ext uri="{FF2B5EF4-FFF2-40B4-BE49-F238E27FC236}">
                <a16:creationId xmlns:a16="http://schemas.microsoft.com/office/drawing/2014/main" id="{543503A0-2EEE-070E-7A6C-48A3752E33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31931" y="6361755"/>
            <a:ext cx="555269" cy="201168"/>
          </a:xfrm>
          <a:prstGeom prst="rect">
            <a:avLst/>
          </a:prstGeom>
        </p:spPr>
        <p:txBody>
          <a:bodyPr lIns="0" rIns="0" anchor="ctr" anchorCtr="0"/>
          <a:lstStyle>
            <a:lvl1pPr algn="r">
              <a:defRPr sz="1200">
                <a:solidFill>
                  <a:schemeClr val="accent5">
                    <a:lumMod val="40000"/>
                    <a:lumOff val="60000"/>
                  </a:schemeClr>
                </a:solidFill>
              </a:defRPr>
            </a:lvl1pPr>
          </a:lstStyle>
          <a:p>
            <a:fld id="{E32394A6-AED1-4B79-B4B6-933D748A7F1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420A87F2-721C-9F8E-FA78-8FDC04A8C6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9800" y="6361755"/>
            <a:ext cx="4114800" cy="201168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1200" cap="all" spc="300" baseline="0">
                <a:solidFill>
                  <a:schemeClr val="accent5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 dirty="0"/>
              <a:t>INTELLIGENCE WOVEN IN.</a:t>
            </a:r>
          </a:p>
        </p:txBody>
      </p:sp>
    </p:spTree>
    <p:extLst>
      <p:ext uri="{BB962C8B-B14F-4D97-AF65-F5344CB8AC3E}">
        <p14:creationId xmlns:p14="http://schemas.microsoft.com/office/powerpoint/2010/main" val="38055556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4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8B7BC4E3-B95A-066B-EC78-A2393F685A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9562" y="1625399"/>
            <a:ext cx="11577637" cy="4302919"/>
          </a:xfrm>
        </p:spPr>
        <p:txBody>
          <a:bodyPr anchor="b">
            <a:normAutofit/>
          </a:bodyPr>
          <a:lstStyle>
            <a:lvl1pPr algn="l">
              <a:defRPr sz="4800"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01AACBFF-049D-3FCF-BD87-FAA67F77976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88913" y="6250427"/>
            <a:ext cx="1212110" cy="421836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28DF63A-8999-50C9-BD4B-92FD4D6F6EEC}"/>
              </a:ext>
            </a:extLst>
          </p:cNvPr>
          <p:cNvCxnSpPr>
            <a:cxnSpLocks/>
          </p:cNvCxnSpPr>
          <p:nvPr userDrawn="1"/>
        </p:nvCxnSpPr>
        <p:spPr>
          <a:xfrm>
            <a:off x="309563" y="6057900"/>
            <a:ext cx="11577637" cy="0"/>
          </a:xfrm>
          <a:prstGeom prst="line">
            <a:avLst/>
          </a:prstGeom>
          <a:ln w="9525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Date Placeholder 4">
            <a:extLst>
              <a:ext uri="{FF2B5EF4-FFF2-40B4-BE49-F238E27FC236}">
                <a16:creationId xmlns:a16="http://schemas.microsoft.com/office/drawing/2014/main" id="{95570E63-FC41-6B98-C763-B5FCAE23623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985174" y="6361755"/>
            <a:ext cx="1346758" cy="201168"/>
          </a:xfrm>
          <a:prstGeom prst="rect">
            <a:avLst/>
          </a:prstGeom>
        </p:spPr>
        <p:txBody>
          <a:bodyPr lIns="0" anchor="ctr" anchorCtr="0"/>
          <a:lstStyle>
            <a:lvl1pPr algn="l">
              <a:defRPr sz="1200">
                <a:solidFill>
                  <a:schemeClr val="accent2"/>
                </a:solidFill>
              </a:defRPr>
            </a:lvl1pPr>
          </a:lstStyle>
          <a:p>
            <a:fld id="{31275BA5-90B5-F64D-8853-CA9494615671}" type="datetime1">
              <a:rPr lang="en-US" smtClean="0"/>
              <a:t>8/25/2026</a:t>
            </a:fld>
            <a:endParaRPr lang="en-US" dirty="0"/>
          </a:p>
        </p:txBody>
      </p:sp>
      <p:sp>
        <p:nvSpPr>
          <p:cNvPr id="14" name="Slide Number Placeholder 6">
            <a:extLst>
              <a:ext uri="{FF2B5EF4-FFF2-40B4-BE49-F238E27FC236}">
                <a16:creationId xmlns:a16="http://schemas.microsoft.com/office/drawing/2014/main" id="{B6BA86E3-15B1-3CAE-8D6C-D8E80BEE61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31931" y="6361755"/>
            <a:ext cx="555269" cy="201168"/>
          </a:xfrm>
          <a:prstGeom prst="rect">
            <a:avLst/>
          </a:prstGeom>
        </p:spPr>
        <p:txBody>
          <a:bodyPr lIns="0" rIns="0" anchor="ctr" anchorCtr="0"/>
          <a:lstStyle>
            <a:lvl1pPr algn="r">
              <a:defRPr sz="1200">
                <a:solidFill>
                  <a:schemeClr val="accent2"/>
                </a:solidFill>
              </a:defRPr>
            </a:lvl1pPr>
          </a:lstStyle>
          <a:p>
            <a:fld id="{E32394A6-AED1-4B79-B4B6-933D748A7F1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BADB762F-955A-E4D4-96E1-9B49004F059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9800" y="6361755"/>
            <a:ext cx="4114800" cy="201168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1200" cap="all" spc="300" baseline="0">
                <a:solidFill>
                  <a:schemeClr val="accent2"/>
                </a:solidFill>
              </a:defRPr>
            </a:lvl1pPr>
          </a:lstStyle>
          <a:p>
            <a:r>
              <a:rPr lang="en-US" dirty="0"/>
              <a:t>INTELLIGENCE WOVEN IN.</a:t>
            </a:r>
          </a:p>
        </p:txBody>
      </p:sp>
    </p:spTree>
    <p:extLst>
      <p:ext uri="{BB962C8B-B14F-4D97-AF65-F5344CB8AC3E}">
        <p14:creationId xmlns:p14="http://schemas.microsoft.com/office/powerpoint/2010/main" val="2707242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81C1543E-E521-0312-C2DA-C5B7283E72D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15287" y="182584"/>
            <a:ext cx="3979863" cy="6489679"/>
          </a:xfrm>
          <a:solidFill>
            <a:schemeClr val="tx2"/>
          </a:solidFill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B4CFE416-2BDD-CB57-00D9-D6C2138C61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9563" y="1625399"/>
            <a:ext cx="7412832" cy="4302919"/>
          </a:xfrm>
        </p:spPr>
        <p:txBody>
          <a:bodyPr anchor="b">
            <a:normAutofit/>
          </a:bodyPr>
          <a:lstStyle>
            <a:lvl1pPr algn="l">
              <a:defRPr sz="48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66EE2BF1-D31B-7E16-4D7E-2138B71DA9F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88913" y="6250427"/>
            <a:ext cx="1212110" cy="421836"/>
          </a:xfrm>
          <a:prstGeom prst="rect">
            <a:avLst/>
          </a:prstGeo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DAA852B-386C-ED44-E713-E1A3F6E8C58A}"/>
              </a:ext>
            </a:extLst>
          </p:cNvPr>
          <p:cNvCxnSpPr>
            <a:cxnSpLocks/>
          </p:cNvCxnSpPr>
          <p:nvPr userDrawn="1"/>
        </p:nvCxnSpPr>
        <p:spPr>
          <a:xfrm>
            <a:off x="309563" y="6057900"/>
            <a:ext cx="7412832" cy="0"/>
          </a:xfrm>
          <a:prstGeom prst="line">
            <a:avLst/>
          </a:prstGeom>
          <a:ln w="9525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Date Placeholder 4">
            <a:extLst>
              <a:ext uri="{FF2B5EF4-FFF2-40B4-BE49-F238E27FC236}">
                <a16:creationId xmlns:a16="http://schemas.microsoft.com/office/drawing/2014/main" id="{EEE358F0-6069-9C1B-0E68-6027065AD92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820369" y="6361755"/>
            <a:ext cx="1346758" cy="201168"/>
          </a:xfrm>
          <a:prstGeom prst="rect">
            <a:avLst/>
          </a:prstGeom>
        </p:spPr>
        <p:txBody>
          <a:bodyPr lIns="0" anchor="ctr" anchorCtr="0"/>
          <a:lstStyle>
            <a:lvl1pPr algn="l">
              <a:defRPr sz="1200">
                <a:solidFill>
                  <a:schemeClr val="accent5">
                    <a:lumMod val="40000"/>
                    <a:lumOff val="60000"/>
                  </a:schemeClr>
                </a:solidFill>
              </a:defRPr>
            </a:lvl1pPr>
          </a:lstStyle>
          <a:p>
            <a:fld id="{FF32DAA7-8381-6844-98DA-2C5168FE0B07}" type="datetime1">
              <a:rPr lang="en-US" smtClean="0"/>
              <a:t>8/25/2026</a:t>
            </a:fld>
            <a:endParaRPr lang="en-US" dirty="0"/>
          </a:p>
        </p:txBody>
      </p:sp>
      <p:sp>
        <p:nvSpPr>
          <p:cNvPr id="17" name="Slide Number Placeholder 6">
            <a:extLst>
              <a:ext uri="{FF2B5EF4-FFF2-40B4-BE49-F238E27FC236}">
                <a16:creationId xmlns:a16="http://schemas.microsoft.com/office/drawing/2014/main" id="{75D5437E-7E8F-28D9-3898-8AF0506956E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167126" y="6361755"/>
            <a:ext cx="555269" cy="201168"/>
          </a:xfrm>
          <a:prstGeom prst="rect">
            <a:avLst/>
          </a:prstGeom>
        </p:spPr>
        <p:txBody>
          <a:bodyPr lIns="0" rIns="0" anchor="ctr" anchorCtr="0"/>
          <a:lstStyle>
            <a:lvl1pPr algn="r">
              <a:defRPr sz="1200">
                <a:solidFill>
                  <a:schemeClr val="accent5">
                    <a:lumMod val="40000"/>
                    <a:lumOff val="60000"/>
                  </a:schemeClr>
                </a:solidFill>
              </a:defRPr>
            </a:lvl1pPr>
          </a:lstStyle>
          <a:p>
            <a:fld id="{E32394A6-AED1-4B79-B4B6-933D748A7F1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8" name="Footer Placeholder 4">
            <a:extLst>
              <a:ext uri="{FF2B5EF4-FFF2-40B4-BE49-F238E27FC236}">
                <a16:creationId xmlns:a16="http://schemas.microsoft.com/office/drawing/2014/main" id="{159C4B36-043A-245D-F1A0-4E3791EC00E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9800" y="6361755"/>
            <a:ext cx="3610568" cy="201168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1200" cap="all" spc="300" baseline="0">
                <a:solidFill>
                  <a:schemeClr val="accent5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 dirty="0"/>
              <a:t>INTELLIGENCE WOVEN IN.</a:t>
            </a:r>
          </a:p>
        </p:txBody>
      </p:sp>
    </p:spTree>
    <p:extLst>
      <p:ext uri="{BB962C8B-B14F-4D97-AF65-F5344CB8AC3E}">
        <p14:creationId xmlns:p14="http://schemas.microsoft.com/office/powerpoint/2010/main" val="35123236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 (Original)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raphic 10">
            <a:extLst>
              <a:ext uri="{FF2B5EF4-FFF2-40B4-BE49-F238E27FC236}">
                <a16:creationId xmlns:a16="http://schemas.microsoft.com/office/drawing/2014/main" id="{A30BE196-892A-7016-9344-6B5C6FF6387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952"/>
          <a:stretch>
            <a:fillRect/>
          </a:stretch>
        </p:blipFill>
        <p:spPr>
          <a:xfrm>
            <a:off x="6740525" y="188914"/>
            <a:ext cx="5254625" cy="6483350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9BFC32E9-786A-0C97-024F-FF54253788A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9564" y="1710449"/>
            <a:ext cx="3822686" cy="3437102"/>
          </a:xfrm>
        </p:spPr>
        <p:txBody>
          <a:bodyPr anchor="ctr" anchorCtr="0">
            <a:normAutofit/>
          </a:bodyPr>
          <a:lstStyle>
            <a:lvl1pPr algn="l">
              <a:defRPr sz="48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" name="Date Placeholder 4">
            <a:extLst>
              <a:ext uri="{FF2B5EF4-FFF2-40B4-BE49-F238E27FC236}">
                <a16:creationId xmlns:a16="http://schemas.microsoft.com/office/drawing/2014/main" id="{040C40B3-8602-94B8-9761-A2AE18FF33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096000" y="6361755"/>
            <a:ext cx="1346758" cy="201168"/>
          </a:xfrm>
          <a:prstGeom prst="rect">
            <a:avLst/>
          </a:prstGeom>
        </p:spPr>
        <p:txBody>
          <a:bodyPr lIns="0" anchor="ctr" anchorCtr="0"/>
          <a:lstStyle>
            <a:lvl1pPr algn="l">
              <a:defRPr sz="1200">
                <a:solidFill>
                  <a:schemeClr val="accent5">
                    <a:lumMod val="40000"/>
                    <a:lumOff val="60000"/>
                  </a:schemeClr>
                </a:solidFill>
              </a:defRPr>
            </a:lvl1pPr>
          </a:lstStyle>
          <a:p>
            <a:fld id="{6601CAC4-CB33-B648-B68A-D2B0B504147E}" type="datetime1">
              <a:rPr lang="en-US" smtClean="0"/>
              <a:t>8/25/2026</a:t>
            </a:fld>
            <a:endParaRPr lang="en-US" dirty="0"/>
          </a:p>
        </p:txBody>
      </p:sp>
      <p:sp>
        <p:nvSpPr>
          <p:cNvPr id="3" name="Slide Number Placeholder 6">
            <a:extLst>
              <a:ext uri="{FF2B5EF4-FFF2-40B4-BE49-F238E27FC236}">
                <a16:creationId xmlns:a16="http://schemas.microsoft.com/office/drawing/2014/main" id="{D5B51E81-DFAE-C0FF-CAD3-BF2C31F933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31931" y="6361755"/>
            <a:ext cx="555269" cy="201168"/>
          </a:xfrm>
          <a:prstGeom prst="rect">
            <a:avLst/>
          </a:prstGeom>
        </p:spPr>
        <p:txBody>
          <a:bodyPr lIns="0" rIns="0" anchor="ctr" anchorCtr="0"/>
          <a:lstStyle>
            <a:lvl1pPr algn="r">
              <a:defRPr sz="1200">
                <a:solidFill>
                  <a:schemeClr val="accent5">
                    <a:lumMod val="40000"/>
                    <a:lumOff val="60000"/>
                  </a:schemeClr>
                </a:solidFill>
              </a:defRPr>
            </a:lvl1pPr>
          </a:lstStyle>
          <a:p>
            <a:fld id="{E32394A6-AED1-4B79-B4B6-933D748A7F1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165A96-3FCC-D1CC-8A6D-7CC4F5A762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9800" y="6361755"/>
            <a:ext cx="3724067" cy="201168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1200" cap="all" spc="300" baseline="0">
                <a:solidFill>
                  <a:schemeClr val="accent5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 dirty="0"/>
              <a:t>INTELLIGENCE WOVEN IN.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EFE2424F-C65E-F1B6-5BFE-C6EDFED9283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88913" y="6250427"/>
            <a:ext cx="1212110" cy="421836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66BD84E-01D9-808E-E713-15B275B29367}"/>
              </a:ext>
            </a:extLst>
          </p:cNvPr>
          <p:cNvCxnSpPr>
            <a:cxnSpLocks/>
          </p:cNvCxnSpPr>
          <p:nvPr userDrawn="1"/>
        </p:nvCxnSpPr>
        <p:spPr>
          <a:xfrm>
            <a:off x="309563" y="6057900"/>
            <a:ext cx="7412832" cy="0"/>
          </a:xfrm>
          <a:prstGeom prst="line">
            <a:avLst/>
          </a:prstGeom>
          <a:ln w="9525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64178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4800" y="1069014"/>
            <a:ext cx="1905000" cy="2344996"/>
          </a:xfrm>
        </p:spPr>
        <p:txBody>
          <a:bodyPr>
            <a:normAutofit/>
          </a:bodyPr>
          <a:lstStyle>
            <a:lvl1pPr>
              <a:defRPr sz="3200" cap="all" baseline="0"/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3" name="Do not remove" hidden="1">
            <a:extLst>
              <a:ext uri="{FF2B5EF4-FFF2-40B4-BE49-F238E27FC236}">
                <a16:creationId xmlns:a16="http://schemas.microsoft.com/office/drawing/2014/main" id="{7764FBC7-0EDD-E932-1B61-941E913CBF22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226633" y="1054024"/>
            <a:ext cx="3862388" cy="4973896"/>
          </a:xfrm>
          <a:noFill/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0563A362-16C2-4827-FCA2-175DCCA67F7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18952"/>
          <a:stretch>
            <a:fillRect/>
          </a:stretch>
        </p:blipFill>
        <p:spPr>
          <a:xfrm>
            <a:off x="6740525" y="188914"/>
            <a:ext cx="5254625" cy="6483350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EABC91F6-2123-14A6-AD16-F7135E63D9B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88913" y="6250427"/>
            <a:ext cx="1212110" cy="421836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E0A82BD8-E69E-6F65-27F2-25037388CDFA}"/>
              </a:ext>
            </a:extLst>
          </p:cNvPr>
          <p:cNvCxnSpPr>
            <a:cxnSpLocks/>
          </p:cNvCxnSpPr>
          <p:nvPr userDrawn="1"/>
        </p:nvCxnSpPr>
        <p:spPr>
          <a:xfrm>
            <a:off x="309563" y="6057900"/>
            <a:ext cx="7412832" cy="0"/>
          </a:xfrm>
          <a:prstGeom prst="line">
            <a:avLst/>
          </a:prstGeom>
          <a:ln w="9525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Date Placeholder 4">
            <a:extLst>
              <a:ext uri="{FF2B5EF4-FFF2-40B4-BE49-F238E27FC236}">
                <a16:creationId xmlns:a16="http://schemas.microsoft.com/office/drawing/2014/main" id="{189EB0F9-F51D-22B5-A34C-56BD8FB830B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096000" y="6361755"/>
            <a:ext cx="1346758" cy="201168"/>
          </a:xfrm>
          <a:prstGeom prst="rect">
            <a:avLst/>
          </a:prstGeom>
        </p:spPr>
        <p:txBody>
          <a:bodyPr lIns="0" anchor="ctr" anchorCtr="0"/>
          <a:lstStyle>
            <a:lvl1pPr algn="l">
              <a:defRPr sz="1200">
                <a:solidFill>
                  <a:schemeClr val="accent5">
                    <a:lumMod val="40000"/>
                    <a:lumOff val="60000"/>
                  </a:schemeClr>
                </a:solidFill>
              </a:defRPr>
            </a:lvl1pPr>
          </a:lstStyle>
          <a:p>
            <a:fld id="{06995541-9367-0342-B086-108A655D5098}" type="datetime1">
              <a:rPr lang="en-US" smtClean="0"/>
              <a:t>8/25/2026</a:t>
            </a:fld>
            <a:endParaRPr lang="en-US" dirty="0"/>
          </a:p>
        </p:txBody>
      </p:sp>
      <p:sp>
        <p:nvSpPr>
          <p:cNvPr id="8" name="Slide Number Placeholder 6">
            <a:extLst>
              <a:ext uri="{FF2B5EF4-FFF2-40B4-BE49-F238E27FC236}">
                <a16:creationId xmlns:a16="http://schemas.microsoft.com/office/drawing/2014/main" id="{D2755519-98B6-153A-F33C-64B1CC3BC8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31931" y="6361755"/>
            <a:ext cx="555269" cy="201168"/>
          </a:xfrm>
          <a:prstGeom prst="rect">
            <a:avLst/>
          </a:prstGeom>
        </p:spPr>
        <p:txBody>
          <a:bodyPr lIns="0" rIns="0" anchor="ctr" anchorCtr="0"/>
          <a:lstStyle>
            <a:lvl1pPr algn="r">
              <a:defRPr sz="1200">
                <a:solidFill>
                  <a:schemeClr val="accent5">
                    <a:lumMod val="40000"/>
                    <a:lumOff val="60000"/>
                  </a:schemeClr>
                </a:solidFill>
              </a:defRPr>
            </a:lvl1pPr>
          </a:lstStyle>
          <a:p>
            <a:fld id="{E32394A6-AED1-4B79-B4B6-933D748A7F1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B66445C-23AA-FFF3-688D-0B48BC3D1C4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9800" y="6361755"/>
            <a:ext cx="3724067" cy="201168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1200" cap="all" spc="300" baseline="0">
                <a:solidFill>
                  <a:schemeClr val="accent5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 dirty="0"/>
              <a:t>INTELLIGENCE WOVEN IN.</a:t>
            </a:r>
          </a:p>
        </p:txBody>
      </p:sp>
    </p:spTree>
    <p:extLst>
      <p:ext uri="{BB962C8B-B14F-4D97-AF65-F5344CB8AC3E}">
        <p14:creationId xmlns:p14="http://schemas.microsoft.com/office/powerpoint/2010/main" val="2535602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08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0" y="1080036"/>
            <a:ext cx="1905000" cy="1790580"/>
          </a:xfrm>
        </p:spPr>
        <p:txBody>
          <a:bodyPr>
            <a:normAutofit/>
          </a:bodyPr>
          <a:lstStyle>
            <a:lvl1pPr>
              <a:defRPr sz="3200" cap="all" baseline="0"/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001000" y="1086475"/>
            <a:ext cx="3886200" cy="49339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BB7FA7BC-3BCA-59C4-0FF2-2E08608D648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9239" r="-666"/>
          <a:stretch>
            <a:fillRect/>
          </a:stretch>
        </p:blipFill>
        <p:spPr>
          <a:xfrm>
            <a:off x="188912" y="188914"/>
            <a:ext cx="5279200" cy="6483350"/>
          </a:xfrm>
          <a:prstGeom prst="rect">
            <a:avLst/>
          </a:prstGeom>
        </p:spPr>
      </p:pic>
      <p:sp>
        <p:nvSpPr>
          <p:cNvPr id="3" name="Date Placeholder 4">
            <a:extLst>
              <a:ext uri="{FF2B5EF4-FFF2-40B4-BE49-F238E27FC236}">
                <a16:creationId xmlns:a16="http://schemas.microsoft.com/office/drawing/2014/main" id="{6B33A0B4-8639-EC02-0AFA-307D719CC31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985173" y="6361755"/>
            <a:ext cx="1346758" cy="201168"/>
          </a:xfrm>
          <a:prstGeom prst="rect">
            <a:avLst/>
          </a:prstGeom>
        </p:spPr>
        <p:txBody>
          <a:bodyPr lIns="0" anchor="ctr" anchorCtr="0"/>
          <a:lstStyle>
            <a:lvl1pPr algn="l">
              <a:defRPr sz="1200">
                <a:solidFill>
                  <a:schemeClr val="accent5">
                    <a:lumMod val="40000"/>
                    <a:lumOff val="60000"/>
                  </a:schemeClr>
                </a:solidFill>
              </a:defRPr>
            </a:lvl1pPr>
          </a:lstStyle>
          <a:p>
            <a:fld id="{F65AF1F0-2300-DA42-9089-6E03D7B2F736}" type="datetime1">
              <a:rPr lang="en-US" smtClean="0"/>
              <a:t>8/25/2026</a:t>
            </a:fld>
            <a:endParaRPr lang="en-US" dirty="0"/>
          </a:p>
        </p:txBody>
      </p:sp>
      <p:sp>
        <p:nvSpPr>
          <p:cNvPr id="5" name="Slide Number Placeholder 6">
            <a:extLst>
              <a:ext uri="{FF2B5EF4-FFF2-40B4-BE49-F238E27FC236}">
                <a16:creationId xmlns:a16="http://schemas.microsoft.com/office/drawing/2014/main" id="{6C7DE925-B585-5CDB-A1BC-209DAC90225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31931" y="6361755"/>
            <a:ext cx="555269" cy="201168"/>
          </a:xfrm>
          <a:prstGeom prst="rect">
            <a:avLst/>
          </a:prstGeom>
        </p:spPr>
        <p:txBody>
          <a:bodyPr lIns="0" rIns="0" anchor="ctr" anchorCtr="0"/>
          <a:lstStyle>
            <a:lvl1pPr algn="r">
              <a:defRPr sz="1200">
                <a:solidFill>
                  <a:schemeClr val="accent5">
                    <a:lumMod val="40000"/>
                    <a:lumOff val="60000"/>
                  </a:schemeClr>
                </a:solidFill>
              </a:defRPr>
            </a:lvl1pPr>
          </a:lstStyle>
          <a:p>
            <a:fld id="{E32394A6-AED1-4B79-B4B6-933D748A7F1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C597B6BD-4487-1175-81E7-E43FEAB4C6C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098973" y="6361755"/>
            <a:ext cx="3724067" cy="201168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1200" cap="all" spc="300" baseline="0">
                <a:solidFill>
                  <a:schemeClr val="accent5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 dirty="0"/>
              <a:t>INTELLIGENCE WOVEN IN.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8E05CAEA-9726-BA15-AC0C-186F42F2B71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37069" y="6250427"/>
            <a:ext cx="1212110" cy="421836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37C77DC-692A-A25C-6F69-4F48CFAAB711}"/>
              </a:ext>
            </a:extLst>
          </p:cNvPr>
          <p:cNvCxnSpPr>
            <a:cxnSpLocks/>
          </p:cNvCxnSpPr>
          <p:nvPr userDrawn="1"/>
        </p:nvCxnSpPr>
        <p:spPr>
          <a:xfrm>
            <a:off x="4457719" y="6057900"/>
            <a:ext cx="7412832" cy="0"/>
          </a:xfrm>
          <a:prstGeom prst="line">
            <a:avLst/>
          </a:prstGeom>
          <a:ln w="9525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576911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08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Photo 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2">
            <a:extLst>
              <a:ext uri="{FF2B5EF4-FFF2-40B4-BE49-F238E27FC236}">
                <a16:creationId xmlns:a16="http://schemas.microsoft.com/office/drawing/2014/main" id="{02A062DA-3C51-A8C9-0C81-5D28E8C412F2}"/>
              </a:ext>
            </a:extLst>
          </p:cNvPr>
          <p:cNvSpPr/>
          <p:nvPr userDrawn="1"/>
        </p:nvSpPr>
        <p:spPr>
          <a:xfrm>
            <a:off x="0" y="-1"/>
            <a:ext cx="12192000" cy="6858000"/>
          </a:xfrm>
          <a:custGeom>
            <a:avLst/>
            <a:gdLst>
              <a:gd name="connsiteX0" fmla="*/ 192882 w 12192000"/>
              <a:gd name="connsiteY0" fmla="*/ 187326 h 6858000"/>
              <a:gd name="connsiteX1" fmla="*/ 192882 w 12192000"/>
              <a:gd name="connsiteY1" fmla="*/ 6670675 h 6858000"/>
              <a:gd name="connsiteX2" fmla="*/ 11999118 w 12192000"/>
              <a:gd name="connsiteY2" fmla="*/ 6670675 h 6858000"/>
              <a:gd name="connsiteX3" fmla="*/ 11999118 w 12192000"/>
              <a:gd name="connsiteY3" fmla="*/ 187326 h 6858000"/>
              <a:gd name="connsiteX4" fmla="*/ 0 w 12192000"/>
              <a:gd name="connsiteY4" fmla="*/ 0 h 6858000"/>
              <a:gd name="connsiteX5" fmla="*/ 12192000 w 12192000"/>
              <a:gd name="connsiteY5" fmla="*/ 0 h 6858000"/>
              <a:gd name="connsiteX6" fmla="*/ 12192000 w 12192000"/>
              <a:gd name="connsiteY6" fmla="*/ 6858000 h 6858000"/>
              <a:gd name="connsiteX7" fmla="*/ 0 w 12192000"/>
              <a:gd name="connsiteY7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58000">
                <a:moveTo>
                  <a:pt x="192882" y="187326"/>
                </a:moveTo>
                <a:lnTo>
                  <a:pt x="192882" y="6670675"/>
                </a:lnTo>
                <a:lnTo>
                  <a:pt x="11999118" y="6670675"/>
                </a:lnTo>
                <a:lnTo>
                  <a:pt x="11999118" y="187326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289365" y="787570"/>
            <a:ext cx="2903792" cy="1554480"/>
          </a:xfrm>
        </p:spPr>
        <p:txBody>
          <a:bodyPr anchor="b"/>
          <a:lstStyle/>
          <a:p>
            <a:r>
              <a:rPr lang="en-US" dirty="0"/>
              <a:t>Agenda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E8BA47EC-9F5A-D195-473F-D45D6B4AAD88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88913" y="185737"/>
            <a:ext cx="7826375" cy="6486526"/>
          </a:xfrm>
          <a:solidFill>
            <a:schemeClr val="tx2"/>
          </a:solidFill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F2D8916-D44B-09D7-6044-06338D06615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289365" y="2571989"/>
            <a:ext cx="2903792" cy="324472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4A53BEF-17F7-530E-91DD-E5D7E4D2E328}"/>
              </a:ext>
            </a:extLst>
          </p:cNvPr>
          <p:cNvCxnSpPr>
            <a:cxnSpLocks/>
          </p:cNvCxnSpPr>
          <p:nvPr userDrawn="1"/>
        </p:nvCxnSpPr>
        <p:spPr>
          <a:xfrm>
            <a:off x="8289365" y="2467013"/>
            <a:ext cx="3434146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" name="Graphic 11">
            <a:extLst>
              <a:ext uri="{FF2B5EF4-FFF2-40B4-BE49-F238E27FC236}">
                <a16:creationId xmlns:a16="http://schemas.microsoft.com/office/drawing/2014/main" id="{BDDB64BF-D7F6-CE60-C9CC-BF289B6B9BD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19028" y="502094"/>
            <a:ext cx="1214346" cy="1214346"/>
          </a:xfrm>
          <a:prstGeom prst="rect">
            <a:avLst/>
          </a:prstGeom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F06FCB3-1314-9F94-9278-F4B6CDF792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68242" y="6361755"/>
            <a:ext cx="555269" cy="201168"/>
          </a:xfrm>
          <a:prstGeom prst="rect">
            <a:avLst/>
          </a:prstGeom>
        </p:spPr>
        <p:txBody>
          <a:bodyPr lIns="0" rIns="0" anchor="ctr" anchorCtr="0"/>
          <a:lstStyle>
            <a:lvl1pPr algn="r">
              <a:defRPr sz="1200">
                <a:solidFill>
                  <a:schemeClr val="accent5">
                    <a:lumMod val="40000"/>
                    <a:lumOff val="60000"/>
                  </a:schemeClr>
                </a:solidFill>
              </a:defRPr>
            </a:lvl1pPr>
          </a:lstStyle>
          <a:p>
            <a:fld id="{E32394A6-AED1-4B79-B4B6-933D748A7F1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99DBDCAB-A04E-364F-F059-9E25C5E297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289365" y="6361755"/>
            <a:ext cx="2861016" cy="201168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1200" cap="all" spc="300" baseline="0">
                <a:solidFill>
                  <a:schemeClr val="accent5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 dirty="0"/>
              <a:t>INTELLIGENCE WOVEN IN.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38E3999-4AD2-0BE7-7303-8C61E2877294}"/>
              </a:ext>
            </a:extLst>
          </p:cNvPr>
          <p:cNvCxnSpPr>
            <a:cxnSpLocks/>
          </p:cNvCxnSpPr>
          <p:nvPr userDrawn="1"/>
        </p:nvCxnSpPr>
        <p:spPr>
          <a:xfrm>
            <a:off x="8289365" y="6082778"/>
            <a:ext cx="3434146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11292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9563" y="2901625"/>
            <a:ext cx="4572000" cy="245479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0" y="2897707"/>
            <a:ext cx="4572000" cy="2473808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FB6DC271-1C12-0E69-BBA2-49820D72843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88913" y="6250427"/>
            <a:ext cx="1212110" cy="421836"/>
          </a:xfrm>
          <a:prstGeom prst="rect">
            <a:avLst/>
          </a:prstGeo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DD1B34D-C9AE-385A-929C-5E162C3DC97E}"/>
              </a:ext>
            </a:extLst>
          </p:cNvPr>
          <p:cNvCxnSpPr>
            <a:cxnSpLocks/>
          </p:cNvCxnSpPr>
          <p:nvPr userDrawn="1"/>
        </p:nvCxnSpPr>
        <p:spPr>
          <a:xfrm>
            <a:off x="309563" y="6057900"/>
            <a:ext cx="11577637" cy="0"/>
          </a:xfrm>
          <a:prstGeom prst="line">
            <a:avLst/>
          </a:prstGeom>
          <a:ln w="9525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Date Placeholder 4">
            <a:extLst>
              <a:ext uri="{FF2B5EF4-FFF2-40B4-BE49-F238E27FC236}">
                <a16:creationId xmlns:a16="http://schemas.microsoft.com/office/drawing/2014/main" id="{4EB8CE70-E970-CAC0-54D7-D07BDD2709E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985174" y="6361755"/>
            <a:ext cx="1346758" cy="201168"/>
          </a:xfrm>
          <a:prstGeom prst="rect">
            <a:avLst/>
          </a:prstGeom>
        </p:spPr>
        <p:txBody>
          <a:bodyPr lIns="0" anchor="ctr" anchorCtr="0"/>
          <a:lstStyle>
            <a:lvl1pPr algn="l">
              <a:defRPr sz="1200">
                <a:solidFill>
                  <a:schemeClr val="accent5">
                    <a:lumMod val="40000"/>
                    <a:lumOff val="60000"/>
                  </a:schemeClr>
                </a:solidFill>
              </a:defRPr>
            </a:lvl1pPr>
          </a:lstStyle>
          <a:p>
            <a:fld id="{5421DCDF-D4BC-C240-ADC1-CCFA2E4C8159}" type="datetime1">
              <a:rPr lang="en-US" smtClean="0"/>
              <a:t>8/25/2026</a:t>
            </a:fld>
            <a:endParaRPr lang="en-US" dirty="0"/>
          </a:p>
        </p:txBody>
      </p:sp>
      <p:sp>
        <p:nvSpPr>
          <p:cNvPr id="12" name="Slide Number Placeholder 6">
            <a:extLst>
              <a:ext uri="{FF2B5EF4-FFF2-40B4-BE49-F238E27FC236}">
                <a16:creationId xmlns:a16="http://schemas.microsoft.com/office/drawing/2014/main" id="{30F97F2E-26CC-5386-4124-6F43BD8C12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31931" y="6361755"/>
            <a:ext cx="555269" cy="201168"/>
          </a:xfrm>
          <a:prstGeom prst="rect">
            <a:avLst/>
          </a:prstGeom>
        </p:spPr>
        <p:txBody>
          <a:bodyPr lIns="0" rIns="0" anchor="ctr" anchorCtr="0"/>
          <a:lstStyle>
            <a:lvl1pPr algn="r">
              <a:defRPr sz="1200">
                <a:solidFill>
                  <a:schemeClr val="accent5">
                    <a:lumMod val="40000"/>
                    <a:lumOff val="60000"/>
                  </a:schemeClr>
                </a:solidFill>
              </a:defRPr>
            </a:lvl1pPr>
          </a:lstStyle>
          <a:p>
            <a:fld id="{E32394A6-AED1-4B79-B4B6-933D748A7F1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B6372907-539C-7D79-997B-E177314B976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9800" y="6361755"/>
            <a:ext cx="4114800" cy="201168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1200" cap="all" spc="300" baseline="0">
                <a:solidFill>
                  <a:schemeClr val="accent5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 dirty="0"/>
              <a:t>INTELLIGENCE WOVEN IN.</a:t>
            </a:r>
          </a:p>
        </p:txBody>
      </p:sp>
    </p:spTree>
    <p:extLst>
      <p:ext uri="{BB962C8B-B14F-4D97-AF65-F5344CB8AC3E}">
        <p14:creationId xmlns:p14="http://schemas.microsoft.com/office/powerpoint/2010/main" val="189749676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3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9563" y="304800"/>
            <a:ext cx="5067300" cy="2409031"/>
          </a:xfrm>
        </p:spPr>
        <p:txBody>
          <a:bodyPr>
            <a:normAutofit/>
          </a:bodyPr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0" y="304800"/>
            <a:ext cx="5524500" cy="481806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41B37E72-AADC-41F9-E18B-99642600FCD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88913" y="6250427"/>
            <a:ext cx="1212110" cy="421836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27F885A-514A-23B7-5DEF-24AAE2CD4C2B}"/>
              </a:ext>
            </a:extLst>
          </p:cNvPr>
          <p:cNvCxnSpPr>
            <a:cxnSpLocks/>
          </p:cNvCxnSpPr>
          <p:nvPr userDrawn="1"/>
        </p:nvCxnSpPr>
        <p:spPr>
          <a:xfrm>
            <a:off x="309563" y="6057900"/>
            <a:ext cx="11577637" cy="0"/>
          </a:xfrm>
          <a:prstGeom prst="line">
            <a:avLst/>
          </a:prstGeom>
          <a:ln w="9525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Date Placeholder 4">
            <a:extLst>
              <a:ext uri="{FF2B5EF4-FFF2-40B4-BE49-F238E27FC236}">
                <a16:creationId xmlns:a16="http://schemas.microsoft.com/office/drawing/2014/main" id="{2DF96D7F-8C64-33B2-EDC4-DD8CBE0757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985174" y="6361755"/>
            <a:ext cx="1346758" cy="201168"/>
          </a:xfrm>
          <a:prstGeom prst="rect">
            <a:avLst/>
          </a:prstGeom>
        </p:spPr>
        <p:txBody>
          <a:bodyPr lIns="0" anchor="ctr" anchorCtr="0"/>
          <a:lstStyle>
            <a:lvl1pPr algn="l">
              <a:defRPr sz="1200">
                <a:solidFill>
                  <a:schemeClr val="accent2"/>
                </a:solidFill>
              </a:defRPr>
            </a:lvl1pPr>
          </a:lstStyle>
          <a:p>
            <a:fld id="{DEC44AFD-EC21-6949-BB86-DE9D3CC37CBE}" type="datetime1">
              <a:rPr lang="en-US" smtClean="0"/>
              <a:t>8/25/2026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45CC49-1AB0-1580-9760-07691D6C89F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31931" y="6361755"/>
            <a:ext cx="555269" cy="201168"/>
          </a:xfrm>
          <a:prstGeom prst="rect">
            <a:avLst/>
          </a:prstGeom>
        </p:spPr>
        <p:txBody>
          <a:bodyPr lIns="0" rIns="0" anchor="ctr" anchorCtr="0"/>
          <a:lstStyle>
            <a:lvl1pPr algn="r">
              <a:defRPr sz="1200">
                <a:solidFill>
                  <a:schemeClr val="accent2"/>
                </a:solidFill>
              </a:defRPr>
            </a:lvl1pPr>
          </a:lstStyle>
          <a:p>
            <a:fld id="{E32394A6-AED1-4B79-B4B6-933D748A7F1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A70AE6A-F314-146A-6639-2D8736349C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9800" y="6361755"/>
            <a:ext cx="4114800" cy="201168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1200" cap="all" spc="300" baseline="0">
                <a:solidFill>
                  <a:schemeClr val="accent2"/>
                </a:solidFill>
              </a:defRPr>
            </a:lvl1pPr>
          </a:lstStyle>
          <a:p>
            <a:r>
              <a:rPr lang="en-US" dirty="0"/>
              <a:t>INTELLIGENCE WOVEN IN.</a:t>
            </a:r>
          </a:p>
        </p:txBody>
      </p:sp>
    </p:spTree>
    <p:extLst>
      <p:ext uri="{BB962C8B-B14F-4D97-AF65-F5344CB8AC3E}">
        <p14:creationId xmlns:p14="http://schemas.microsoft.com/office/powerpoint/2010/main" val="316025033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4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9563" y="304800"/>
            <a:ext cx="3583781" cy="2322512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175125" y="304800"/>
            <a:ext cx="7707312" cy="51800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B0B17D73-9E0B-824F-F4BD-9EF626F3B7A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88913" y="6250427"/>
            <a:ext cx="1212110" cy="421836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5B45E86-36B9-5A05-C580-611091F5AB84}"/>
              </a:ext>
            </a:extLst>
          </p:cNvPr>
          <p:cNvCxnSpPr>
            <a:cxnSpLocks/>
          </p:cNvCxnSpPr>
          <p:nvPr userDrawn="1"/>
        </p:nvCxnSpPr>
        <p:spPr>
          <a:xfrm>
            <a:off x="309563" y="6057900"/>
            <a:ext cx="11577637" cy="0"/>
          </a:xfrm>
          <a:prstGeom prst="line">
            <a:avLst/>
          </a:prstGeom>
          <a:ln w="9525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Date Placeholder 4">
            <a:extLst>
              <a:ext uri="{FF2B5EF4-FFF2-40B4-BE49-F238E27FC236}">
                <a16:creationId xmlns:a16="http://schemas.microsoft.com/office/drawing/2014/main" id="{0D8F9472-B547-2555-6034-B042659AB7D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985174" y="6361755"/>
            <a:ext cx="1346758" cy="201168"/>
          </a:xfrm>
          <a:prstGeom prst="rect">
            <a:avLst/>
          </a:prstGeom>
        </p:spPr>
        <p:txBody>
          <a:bodyPr lIns="0" anchor="ctr" anchorCtr="0"/>
          <a:lstStyle>
            <a:lvl1pPr algn="l">
              <a:defRPr sz="1200">
                <a:solidFill>
                  <a:schemeClr val="accent5">
                    <a:lumMod val="40000"/>
                    <a:lumOff val="60000"/>
                  </a:schemeClr>
                </a:solidFill>
              </a:defRPr>
            </a:lvl1pPr>
          </a:lstStyle>
          <a:p>
            <a:fld id="{6D520418-674D-9B4F-9C99-CA28A06813FF}" type="datetime1">
              <a:rPr lang="en-US" smtClean="0"/>
              <a:t>8/25/2026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5D1127-E03A-77F3-082B-390EC79D37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31931" y="6361755"/>
            <a:ext cx="555269" cy="201168"/>
          </a:xfrm>
          <a:prstGeom prst="rect">
            <a:avLst/>
          </a:prstGeom>
        </p:spPr>
        <p:txBody>
          <a:bodyPr lIns="0" rIns="0" anchor="ctr" anchorCtr="0"/>
          <a:lstStyle>
            <a:lvl1pPr algn="r">
              <a:defRPr sz="1200">
                <a:solidFill>
                  <a:schemeClr val="accent5">
                    <a:lumMod val="40000"/>
                    <a:lumOff val="60000"/>
                  </a:schemeClr>
                </a:solidFill>
              </a:defRPr>
            </a:lvl1pPr>
          </a:lstStyle>
          <a:p>
            <a:fld id="{E32394A6-AED1-4B79-B4B6-933D748A7F1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FEEBA49C-4DA4-3D37-0EE1-446BEBB9B1A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9800" y="6361755"/>
            <a:ext cx="4114800" cy="201168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1200" cap="all" spc="300" baseline="0">
                <a:solidFill>
                  <a:schemeClr val="accent5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 dirty="0"/>
              <a:t>INTELLIGENCE WOVEN IN.</a:t>
            </a:r>
          </a:p>
        </p:txBody>
      </p:sp>
    </p:spTree>
    <p:extLst>
      <p:ext uri="{BB962C8B-B14F-4D97-AF65-F5344CB8AC3E}">
        <p14:creationId xmlns:p14="http://schemas.microsoft.com/office/powerpoint/2010/main" val="19292441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9F0A8099-498F-6A47-9E18-782233BDF0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9563" y="304800"/>
            <a:ext cx="3750808" cy="2322512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C6D903D1-97B2-9098-0EA4-9B8391927AE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175125" y="304799"/>
            <a:ext cx="7707312" cy="5364907"/>
          </a:xfrm>
        </p:spPr>
        <p:txBody>
          <a:bodyPr/>
          <a:lstStyle>
            <a:lvl1pPr>
              <a:defRPr b="0" i="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26A6EFDC-1DD0-7A02-F0F4-DB5D00CD312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88913" y="6250427"/>
            <a:ext cx="1212110" cy="421836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88858A6-1228-A3E3-D58B-AF81B5B503D5}"/>
              </a:ext>
            </a:extLst>
          </p:cNvPr>
          <p:cNvCxnSpPr>
            <a:cxnSpLocks/>
          </p:cNvCxnSpPr>
          <p:nvPr userDrawn="1"/>
        </p:nvCxnSpPr>
        <p:spPr>
          <a:xfrm>
            <a:off x="309563" y="6057900"/>
            <a:ext cx="11577637" cy="0"/>
          </a:xfrm>
          <a:prstGeom prst="line">
            <a:avLst/>
          </a:prstGeom>
          <a:ln w="9525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BC694F6-F9C0-53DA-0B3A-E2D876443BA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985174" y="6361755"/>
            <a:ext cx="1346758" cy="201168"/>
          </a:xfrm>
          <a:prstGeom prst="rect">
            <a:avLst/>
          </a:prstGeom>
        </p:spPr>
        <p:txBody>
          <a:bodyPr lIns="0" anchor="ctr" anchorCtr="0"/>
          <a:lstStyle>
            <a:lvl1pPr algn="l">
              <a:defRPr sz="1200">
                <a:solidFill>
                  <a:schemeClr val="accent5">
                    <a:lumMod val="40000"/>
                    <a:lumOff val="60000"/>
                  </a:schemeClr>
                </a:solidFill>
              </a:defRPr>
            </a:lvl1pPr>
          </a:lstStyle>
          <a:p>
            <a:fld id="{A5E2A31B-06B2-3A43-93C3-80E32CD5FC4D}" type="datetime1">
              <a:rPr lang="en-US" smtClean="0"/>
              <a:t>8/25/2026</a:t>
            </a:fld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E66B025D-5435-D1BC-BF78-E76A183CF5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31931" y="6361755"/>
            <a:ext cx="555269" cy="201168"/>
          </a:xfrm>
          <a:prstGeom prst="rect">
            <a:avLst/>
          </a:prstGeom>
        </p:spPr>
        <p:txBody>
          <a:bodyPr lIns="0" rIns="0" anchor="ctr" anchorCtr="0"/>
          <a:lstStyle>
            <a:lvl1pPr algn="r">
              <a:defRPr sz="1200">
                <a:solidFill>
                  <a:schemeClr val="accent5">
                    <a:lumMod val="40000"/>
                    <a:lumOff val="60000"/>
                  </a:schemeClr>
                </a:solidFill>
              </a:defRPr>
            </a:lvl1pPr>
          </a:lstStyle>
          <a:p>
            <a:fld id="{E32394A6-AED1-4B79-B4B6-933D748A7F1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1E5E3DFD-B4DA-261A-007D-882B0EE60B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9800" y="6361755"/>
            <a:ext cx="4114800" cy="201168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1200" cap="all" spc="300" baseline="0">
                <a:solidFill>
                  <a:schemeClr val="accent5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 dirty="0"/>
              <a:t>INTELLIGENCE WOVEN IN.</a:t>
            </a:r>
          </a:p>
        </p:txBody>
      </p:sp>
    </p:spTree>
    <p:extLst>
      <p:ext uri="{BB962C8B-B14F-4D97-AF65-F5344CB8AC3E}">
        <p14:creationId xmlns:p14="http://schemas.microsoft.com/office/powerpoint/2010/main" val="223940688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6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6707" y="304800"/>
            <a:ext cx="3683000" cy="5179925"/>
          </a:xfrm>
        </p:spPr>
        <p:txBody>
          <a:bodyPr anchor="ctr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54E8DCF-7651-7F5E-F807-E457EC8B4AC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175124" y="304800"/>
            <a:ext cx="7712075" cy="5169651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13C1DC3D-C2CA-841E-61B1-4E77A53F59E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88913" y="6250427"/>
            <a:ext cx="1212110" cy="421836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94F5D6D-FBB8-1F73-FFA4-1343F4476306}"/>
              </a:ext>
            </a:extLst>
          </p:cNvPr>
          <p:cNvCxnSpPr>
            <a:cxnSpLocks/>
          </p:cNvCxnSpPr>
          <p:nvPr userDrawn="1"/>
        </p:nvCxnSpPr>
        <p:spPr>
          <a:xfrm>
            <a:off x="309563" y="6057900"/>
            <a:ext cx="11577637" cy="0"/>
          </a:xfrm>
          <a:prstGeom prst="line">
            <a:avLst/>
          </a:prstGeom>
          <a:ln w="9525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Date Placeholder 4">
            <a:extLst>
              <a:ext uri="{FF2B5EF4-FFF2-40B4-BE49-F238E27FC236}">
                <a16:creationId xmlns:a16="http://schemas.microsoft.com/office/drawing/2014/main" id="{79DE69FC-D745-A22C-A4D6-5BB8F48BE8F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985174" y="6361755"/>
            <a:ext cx="1346758" cy="201168"/>
          </a:xfrm>
          <a:prstGeom prst="rect">
            <a:avLst/>
          </a:prstGeom>
        </p:spPr>
        <p:txBody>
          <a:bodyPr lIns="0" anchor="ctr" anchorCtr="0"/>
          <a:lstStyle>
            <a:lvl1pPr algn="l">
              <a:defRPr sz="1200">
                <a:solidFill>
                  <a:schemeClr val="accent5">
                    <a:lumMod val="40000"/>
                    <a:lumOff val="60000"/>
                  </a:schemeClr>
                </a:solidFill>
              </a:defRPr>
            </a:lvl1pPr>
          </a:lstStyle>
          <a:p>
            <a:fld id="{E26555A2-EFC1-C04C-9376-19C921F8BB07}" type="datetime1">
              <a:rPr lang="en-US" smtClean="0"/>
              <a:t>8/25/2026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A16284-041C-8405-B64B-1712255534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31931" y="6361755"/>
            <a:ext cx="555269" cy="201168"/>
          </a:xfrm>
          <a:prstGeom prst="rect">
            <a:avLst/>
          </a:prstGeom>
        </p:spPr>
        <p:txBody>
          <a:bodyPr lIns="0" rIns="0" anchor="ctr" anchorCtr="0"/>
          <a:lstStyle>
            <a:lvl1pPr algn="r">
              <a:defRPr sz="1200">
                <a:solidFill>
                  <a:schemeClr val="accent5">
                    <a:lumMod val="40000"/>
                    <a:lumOff val="60000"/>
                  </a:schemeClr>
                </a:solidFill>
              </a:defRPr>
            </a:lvl1pPr>
          </a:lstStyle>
          <a:p>
            <a:fld id="{E32394A6-AED1-4B79-B4B6-933D748A7F1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8EF1CEDC-B868-DB22-FE92-10C60B7141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9800" y="6361755"/>
            <a:ext cx="4114800" cy="201168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1200" cap="all" spc="300" baseline="0">
                <a:solidFill>
                  <a:schemeClr val="accent5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 dirty="0"/>
              <a:t>INTELLIGENCE WOVEN IN.</a:t>
            </a:r>
          </a:p>
        </p:txBody>
      </p:sp>
    </p:spTree>
    <p:extLst>
      <p:ext uri="{BB962C8B-B14F-4D97-AF65-F5344CB8AC3E}">
        <p14:creationId xmlns:p14="http://schemas.microsoft.com/office/powerpoint/2010/main" val="203444125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7 (Original)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9563" y="276837"/>
            <a:ext cx="11577636" cy="2459565"/>
          </a:xfrm>
        </p:spPr>
        <p:txBody>
          <a:bodyPr/>
          <a:lstStyle>
            <a:lvl1pPr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9563" y="2736401"/>
            <a:ext cx="11577637" cy="33214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15BE921D-4D4A-E0BA-024C-DD35DD67CC7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88913" y="6250427"/>
            <a:ext cx="1212110" cy="421836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BBD89FF-95D8-B094-6521-347461D43A27}"/>
              </a:ext>
            </a:extLst>
          </p:cNvPr>
          <p:cNvCxnSpPr>
            <a:cxnSpLocks/>
          </p:cNvCxnSpPr>
          <p:nvPr userDrawn="1"/>
        </p:nvCxnSpPr>
        <p:spPr>
          <a:xfrm>
            <a:off x="309563" y="6057900"/>
            <a:ext cx="11577637" cy="0"/>
          </a:xfrm>
          <a:prstGeom prst="line">
            <a:avLst/>
          </a:prstGeom>
          <a:ln w="9525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Date Placeholder 4">
            <a:extLst>
              <a:ext uri="{FF2B5EF4-FFF2-40B4-BE49-F238E27FC236}">
                <a16:creationId xmlns:a16="http://schemas.microsoft.com/office/drawing/2014/main" id="{BAEC29E8-E480-87CC-AAF5-C43B6F8A531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985174" y="6361755"/>
            <a:ext cx="1346758" cy="201168"/>
          </a:xfrm>
          <a:prstGeom prst="rect">
            <a:avLst/>
          </a:prstGeom>
        </p:spPr>
        <p:txBody>
          <a:bodyPr lIns="0" anchor="ctr" anchorCtr="0"/>
          <a:lstStyle>
            <a:lvl1pPr algn="l">
              <a:defRPr sz="1200">
                <a:solidFill>
                  <a:schemeClr val="accent5">
                    <a:lumMod val="40000"/>
                    <a:lumOff val="60000"/>
                  </a:schemeClr>
                </a:solidFill>
              </a:defRPr>
            </a:lvl1pPr>
          </a:lstStyle>
          <a:p>
            <a:fld id="{ED7865C1-2122-994B-A10A-85CCFE8C2A93}" type="datetime1">
              <a:rPr lang="en-US" smtClean="0"/>
              <a:t>8/25/2026</a:t>
            </a:fld>
            <a:endParaRPr lang="en-US" dirty="0"/>
          </a:p>
        </p:txBody>
      </p:sp>
      <p:sp>
        <p:nvSpPr>
          <p:cNvPr id="8" name="Slide Number Placeholder 6">
            <a:extLst>
              <a:ext uri="{FF2B5EF4-FFF2-40B4-BE49-F238E27FC236}">
                <a16:creationId xmlns:a16="http://schemas.microsoft.com/office/drawing/2014/main" id="{827727E3-AFDE-7121-E800-A845DEC80B0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31931" y="6361755"/>
            <a:ext cx="555269" cy="201168"/>
          </a:xfrm>
          <a:prstGeom prst="rect">
            <a:avLst/>
          </a:prstGeom>
        </p:spPr>
        <p:txBody>
          <a:bodyPr lIns="0" rIns="0" anchor="ctr" anchorCtr="0"/>
          <a:lstStyle>
            <a:lvl1pPr algn="r">
              <a:defRPr sz="1200">
                <a:solidFill>
                  <a:schemeClr val="accent5">
                    <a:lumMod val="40000"/>
                    <a:lumOff val="60000"/>
                  </a:schemeClr>
                </a:solidFill>
              </a:defRPr>
            </a:lvl1pPr>
          </a:lstStyle>
          <a:p>
            <a:fld id="{E32394A6-AED1-4B79-B4B6-933D748A7F1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60D78AE2-4846-73E5-5585-A0334F917C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9800" y="6361755"/>
            <a:ext cx="4114800" cy="201168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1200" cap="all" spc="300" baseline="0">
                <a:solidFill>
                  <a:schemeClr val="accent5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 dirty="0"/>
              <a:t>INTELLIGENCE WOVEN IN.</a:t>
            </a:r>
          </a:p>
        </p:txBody>
      </p:sp>
    </p:spTree>
    <p:extLst>
      <p:ext uri="{BB962C8B-B14F-4D97-AF65-F5344CB8AC3E}">
        <p14:creationId xmlns:p14="http://schemas.microsoft.com/office/powerpoint/2010/main" val="381933336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59935" y="182584"/>
            <a:ext cx="7427265" cy="2179615"/>
          </a:xfrm>
        </p:spPr>
        <p:txBody>
          <a:bodyPr anchor="b"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88914" y="188912"/>
            <a:ext cx="3986211" cy="6483333"/>
          </a:xfrm>
          <a:solidFill>
            <a:schemeClr val="tx2"/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38650" y="2467162"/>
            <a:ext cx="7448550" cy="330751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3CEED808-23BC-E1EE-9492-61761DB969A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318000" y="6250427"/>
            <a:ext cx="1212110" cy="421836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CCEF9F7-5C23-19E0-B879-FA1173245191}"/>
              </a:ext>
            </a:extLst>
          </p:cNvPr>
          <p:cNvCxnSpPr>
            <a:cxnSpLocks/>
          </p:cNvCxnSpPr>
          <p:nvPr userDrawn="1"/>
        </p:nvCxnSpPr>
        <p:spPr>
          <a:xfrm>
            <a:off x="4438650" y="6057900"/>
            <a:ext cx="7448550" cy="0"/>
          </a:xfrm>
          <a:prstGeom prst="line">
            <a:avLst/>
          </a:prstGeom>
          <a:ln w="9525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Date Placeholder 4">
            <a:extLst>
              <a:ext uri="{FF2B5EF4-FFF2-40B4-BE49-F238E27FC236}">
                <a16:creationId xmlns:a16="http://schemas.microsoft.com/office/drawing/2014/main" id="{85024075-B8A5-494E-3154-13547CAF19C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985174" y="6361755"/>
            <a:ext cx="1346758" cy="201168"/>
          </a:xfrm>
          <a:prstGeom prst="rect">
            <a:avLst/>
          </a:prstGeom>
        </p:spPr>
        <p:txBody>
          <a:bodyPr lIns="0" anchor="ctr" anchorCtr="0"/>
          <a:lstStyle>
            <a:lvl1pPr algn="l">
              <a:defRPr sz="1200">
                <a:solidFill>
                  <a:schemeClr val="accent5">
                    <a:lumMod val="40000"/>
                    <a:lumOff val="60000"/>
                  </a:schemeClr>
                </a:solidFill>
              </a:defRPr>
            </a:lvl1pPr>
          </a:lstStyle>
          <a:p>
            <a:fld id="{DE6ABC31-A9C3-6B48-A52A-2541209451F0}" type="datetime1">
              <a:rPr lang="en-US" smtClean="0"/>
              <a:t>8/25/2026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B4ED66-345D-CB83-F84E-D852CAA3A5E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31931" y="6361755"/>
            <a:ext cx="555269" cy="201168"/>
          </a:xfrm>
          <a:prstGeom prst="rect">
            <a:avLst/>
          </a:prstGeom>
        </p:spPr>
        <p:txBody>
          <a:bodyPr lIns="0" rIns="0" anchor="ctr" anchorCtr="0"/>
          <a:lstStyle>
            <a:lvl1pPr algn="r">
              <a:defRPr sz="1200">
                <a:solidFill>
                  <a:schemeClr val="accent5">
                    <a:lumMod val="40000"/>
                    <a:lumOff val="60000"/>
                  </a:schemeClr>
                </a:solidFill>
              </a:defRPr>
            </a:lvl1pPr>
          </a:lstStyle>
          <a:p>
            <a:fld id="{E32394A6-AED1-4B79-B4B6-933D748A7F1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A22EB44B-E32E-052C-D36F-22FE1DC693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099827" y="6361755"/>
            <a:ext cx="3438619" cy="201168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1200" cap="all" spc="300" baseline="0">
                <a:solidFill>
                  <a:schemeClr val="accent5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 dirty="0"/>
              <a:t>INTELLIGENCE WOVEN IN.</a:t>
            </a:r>
          </a:p>
        </p:txBody>
      </p:sp>
    </p:spTree>
    <p:extLst>
      <p:ext uri="{BB962C8B-B14F-4D97-AF65-F5344CB8AC3E}">
        <p14:creationId xmlns:p14="http://schemas.microsoft.com/office/powerpoint/2010/main" val="70355380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72249" y="368300"/>
            <a:ext cx="5064481" cy="1527048"/>
          </a:xfrm>
        </p:spPr>
        <p:txBody>
          <a:bodyPr anchor="b"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88913" y="188912"/>
            <a:ext cx="5907087" cy="6483351"/>
          </a:xfrm>
          <a:solidFill>
            <a:schemeClr val="tx2"/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572250" y="2083791"/>
            <a:ext cx="5048250" cy="35145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23275916-4BF2-EB64-57B1-9722277E58E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282531" y="6250427"/>
            <a:ext cx="1212110" cy="421836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4E010A9-97CC-8DAD-0B70-868FAD3A1ADD}"/>
              </a:ext>
            </a:extLst>
          </p:cNvPr>
          <p:cNvCxnSpPr>
            <a:cxnSpLocks/>
          </p:cNvCxnSpPr>
          <p:nvPr userDrawn="1"/>
        </p:nvCxnSpPr>
        <p:spPr>
          <a:xfrm>
            <a:off x="6403181" y="6057900"/>
            <a:ext cx="5484019" cy="0"/>
          </a:xfrm>
          <a:prstGeom prst="line">
            <a:avLst/>
          </a:prstGeom>
          <a:ln w="9525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Date Placeholder 4">
            <a:extLst>
              <a:ext uri="{FF2B5EF4-FFF2-40B4-BE49-F238E27FC236}">
                <a16:creationId xmlns:a16="http://schemas.microsoft.com/office/drawing/2014/main" id="{B7E1C665-D6E4-500A-FFF3-BE619D24D9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576298" y="6361755"/>
            <a:ext cx="635558" cy="201168"/>
          </a:xfrm>
          <a:prstGeom prst="rect">
            <a:avLst/>
          </a:prstGeom>
        </p:spPr>
        <p:txBody>
          <a:bodyPr lIns="0" anchor="ctr" anchorCtr="0"/>
          <a:lstStyle>
            <a:lvl1pPr algn="l">
              <a:defRPr sz="1200">
                <a:solidFill>
                  <a:schemeClr val="accent5">
                    <a:lumMod val="40000"/>
                    <a:lumOff val="60000"/>
                  </a:schemeClr>
                </a:solidFill>
              </a:defRPr>
            </a:lvl1pPr>
          </a:lstStyle>
          <a:p>
            <a:fld id="{8980C0EC-86BB-5B4B-9ACA-0EF8BE3700EC}" type="datetime1">
              <a:rPr lang="en-US" smtClean="0"/>
              <a:t>8/25/2026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67461E-C59A-F348-A801-41AF76098EC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31931" y="6361755"/>
            <a:ext cx="555269" cy="201168"/>
          </a:xfrm>
          <a:prstGeom prst="rect">
            <a:avLst/>
          </a:prstGeom>
        </p:spPr>
        <p:txBody>
          <a:bodyPr lIns="0" rIns="0" anchor="ctr" anchorCtr="0"/>
          <a:lstStyle>
            <a:lvl1pPr algn="r">
              <a:defRPr sz="1200">
                <a:solidFill>
                  <a:schemeClr val="accent5">
                    <a:lumMod val="40000"/>
                    <a:lumOff val="60000"/>
                  </a:schemeClr>
                </a:solidFill>
              </a:defRPr>
            </a:lvl1pPr>
          </a:lstStyle>
          <a:p>
            <a:fld id="{E32394A6-AED1-4B79-B4B6-933D748A7F1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998B48C6-C35D-C30B-F1C0-D929E43471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717028" y="6361755"/>
            <a:ext cx="2789604" cy="201168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1200" cap="all" spc="300" baseline="0">
                <a:solidFill>
                  <a:schemeClr val="accent5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 dirty="0"/>
              <a:t>INTELLIGENCE WOVEN IN.</a:t>
            </a:r>
          </a:p>
        </p:txBody>
      </p:sp>
    </p:spTree>
    <p:extLst>
      <p:ext uri="{BB962C8B-B14F-4D97-AF65-F5344CB8AC3E}">
        <p14:creationId xmlns:p14="http://schemas.microsoft.com/office/powerpoint/2010/main" val="160225300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9563" y="304800"/>
            <a:ext cx="5067300" cy="1688370"/>
          </a:xfrm>
        </p:spPr>
        <p:txBody>
          <a:bodyPr anchor="b"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09563" y="2098133"/>
            <a:ext cx="5067300" cy="331439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096000" y="188912"/>
            <a:ext cx="5899150" cy="6483351"/>
          </a:xfrm>
          <a:solidFill>
            <a:schemeClr val="tx2"/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BF204998-8FCD-C515-B3CF-7E44F27450C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88913" y="6250427"/>
            <a:ext cx="1212110" cy="421836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7D600265-6FA8-454C-18E1-51DC94D656F9}"/>
              </a:ext>
            </a:extLst>
          </p:cNvPr>
          <p:cNvCxnSpPr>
            <a:cxnSpLocks/>
          </p:cNvCxnSpPr>
          <p:nvPr userDrawn="1"/>
        </p:nvCxnSpPr>
        <p:spPr>
          <a:xfrm>
            <a:off x="309563" y="6057900"/>
            <a:ext cx="5445778" cy="0"/>
          </a:xfrm>
          <a:prstGeom prst="line">
            <a:avLst/>
          </a:prstGeom>
          <a:ln w="9525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6975C9-2300-804C-5C55-8B01AC380AB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493112" y="6361755"/>
            <a:ext cx="732601" cy="201168"/>
          </a:xfrm>
          <a:prstGeom prst="rect">
            <a:avLst/>
          </a:prstGeom>
        </p:spPr>
        <p:txBody>
          <a:bodyPr lIns="0" anchor="ctr" anchorCtr="0"/>
          <a:lstStyle>
            <a:lvl1pPr algn="l">
              <a:defRPr sz="1200">
                <a:solidFill>
                  <a:schemeClr val="accent5">
                    <a:lumMod val="40000"/>
                    <a:lumOff val="60000"/>
                  </a:schemeClr>
                </a:solidFill>
              </a:defRPr>
            </a:lvl1pPr>
          </a:lstStyle>
          <a:p>
            <a:fld id="{CA8F3842-A560-0A45-A2F5-2D25280ED791}" type="datetime1">
              <a:rPr lang="en-US" smtClean="0"/>
              <a:t>8/25/2026</a:t>
            </a:fld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20456D3-7C92-60FD-D3F8-B05D50976A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200072" y="6361755"/>
            <a:ext cx="555269" cy="201168"/>
          </a:xfrm>
          <a:prstGeom prst="rect">
            <a:avLst/>
          </a:prstGeom>
        </p:spPr>
        <p:txBody>
          <a:bodyPr lIns="0" rIns="0" anchor="ctr" anchorCtr="0"/>
          <a:lstStyle>
            <a:lvl1pPr algn="r">
              <a:defRPr sz="1200">
                <a:solidFill>
                  <a:schemeClr val="accent5">
                    <a:lumMod val="40000"/>
                    <a:lumOff val="60000"/>
                  </a:schemeClr>
                </a:solidFill>
              </a:defRPr>
            </a:lvl1pPr>
          </a:lstStyle>
          <a:p>
            <a:fld id="{E32394A6-AED1-4B79-B4B6-933D748A7F1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C888EA85-C49C-4962-8B8E-6D6D0014DE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686999" y="6361755"/>
            <a:ext cx="2690906" cy="201168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1200" cap="all" spc="300" baseline="0">
                <a:solidFill>
                  <a:schemeClr val="accent5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 dirty="0"/>
              <a:t>INTELLIGENCE WOVEN IN.</a:t>
            </a:r>
          </a:p>
        </p:txBody>
      </p:sp>
    </p:spTree>
    <p:extLst>
      <p:ext uri="{BB962C8B-B14F-4D97-AF65-F5344CB8AC3E}">
        <p14:creationId xmlns:p14="http://schemas.microsoft.com/office/powerpoint/2010/main" val="402610606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4700" y="237646"/>
            <a:ext cx="3225799" cy="2333751"/>
          </a:xfrm>
        </p:spPr>
        <p:txBody>
          <a:bodyPr anchor="b"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96851" y="188912"/>
            <a:ext cx="7818437" cy="6483351"/>
          </a:xfrm>
          <a:solidFill>
            <a:schemeClr val="tx2"/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394700" y="2864698"/>
            <a:ext cx="3225799" cy="2700049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228600" indent="0">
              <a:buNone/>
              <a:defRPr sz="1600"/>
            </a:lvl2pPr>
            <a:lvl3pPr marL="457200" indent="0">
              <a:buNone/>
              <a:defRPr sz="1400"/>
            </a:lvl3pPr>
            <a:lvl4pPr marL="685800" indent="0">
              <a:buNone/>
              <a:defRPr sz="1200"/>
            </a:lvl4pPr>
            <a:lvl5pPr marL="914400" indent="0">
              <a:buNone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B758A55A-B493-772E-9325-B1CB895B93A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197384" y="6250427"/>
            <a:ext cx="1212110" cy="421836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321C4FB-65AA-7884-A6DF-DD1E5FE8A91A}"/>
              </a:ext>
            </a:extLst>
          </p:cNvPr>
          <p:cNvCxnSpPr>
            <a:cxnSpLocks/>
          </p:cNvCxnSpPr>
          <p:nvPr userDrawn="1"/>
        </p:nvCxnSpPr>
        <p:spPr>
          <a:xfrm>
            <a:off x="8318034" y="6057900"/>
            <a:ext cx="3569166" cy="0"/>
          </a:xfrm>
          <a:prstGeom prst="line">
            <a:avLst/>
          </a:prstGeom>
          <a:ln w="9525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lide Number Placeholder 6">
            <a:extLst>
              <a:ext uri="{FF2B5EF4-FFF2-40B4-BE49-F238E27FC236}">
                <a16:creationId xmlns:a16="http://schemas.microsoft.com/office/drawing/2014/main" id="{8EC6587B-17B6-5509-9820-D60F0B27FD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31931" y="6361755"/>
            <a:ext cx="555269" cy="201168"/>
          </a:xfrm>
          <a:prstGeom prst="rect">
            <a:avLst/>
          </a:prstGeom>
        </p:spPr>
        <p:txBody>
          <a:bodyPr lIns="0" rIns="0" anchor="ctr" anchorCtr="0"/>
          <a:lstStyle>
            <a:lvl1pPr algn="r">
              <a:defRPr sz="1200">
                <a:solidFill>
                  <a:schemeClr val="accent5">
                    <a:lumMod val="40000"/>
                    <a:lumOff val="60000"/>
                  </a:schemeClr>
                </a:solidFill>
              </a:defRPr>
            </a:lvl1pPr>
          </a:lstStyle>
          <a:p>
            <a:fld id="{E32394A6-AED1-4B79-B4B6-933D748A7F1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555711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9563" y="1138963"/>
            <a:ext cx="11577637" cy="2067706"/>
          </a:xfrm>
        </p:spPr>
        <p:txBody>
          <a:bodyPr/>
          <a:lstStyle>
            <a:lvl1pPr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93753" y="3428999"/>
            <a:ext cx="5902247" cy="3243263"/>
          </a:xfrm>
          <a:solidFill>
            <a:schemeClr val="tx2"/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82870" y="3429000"/>
            <a:ext cx="5504329" cy="24877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2A97BB8-9D2B-B765-67A2-F375E932A0CD}"/>
              </a:ext>
            </a:extLst>
          </p:cNvPr>
          <p:cNvCxnSpPr>
            <a:cxnSpLocks/>
          </p:cNvCxnSpPr>
          <p:nvPr userDrawn="1"/>
        </p:nvCxnSpPr>
        <p:spPr>
          <a:xfrm>
            <a:off x="309563" y="985572"/>
            <a:ext cx="11577637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Graphic 8">
            <a:extLst>
              <a:ext uri="{FF2B5EF4-FFF2-40B4-BE49-F238E27FC236}">
                <a16:creationId xmlns:a16="http://schemas.microsoft.com/office/drawing/2014/main" id="{89168F66-57A4-2D0F-E53B-BF3F2037A2B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29919" y="185736"/>
            <a:ext cx="1924049" cy="669604"/>
          </a:xfrm>
          <a:prstGeom prst="rect">
            <a:avLst/>
          </a:prstGeom>
        </p:spPr>
      </p:pic>
      <p:sp>
        <p:nvSpPr>
          <p:cNvPr id="3" name="Date Placeholder 4">
            <a:extLst>
              <a:ext uri="{FF2B5EF4-FFF2-40B4-BE49-F238E27FC236}">
                <a16:creationId xmlns:a16="http://schemas.microsoft.com/office/drawing/2014/main" id="{80378EDC-E105-9008-A46C-719F069E43F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985174" y="6361755"/>
            <a:ext cx="1346758" cy="201168"/>
          </a:xfrm>
          <a:prstGeom prst="rect">
            <a:avLst/>
          </a:prstGeom>
        </p:spPr>
        <p:txBody>
          <a:bodyPr lIns="0" anchor="ctr" anchorCtr="0"/>
          <a:lstStyle>
            <a:lvl1pPr algn="l">
              <a:defRPr sz="1200">
                <a:solidFill>
                  <a:schemeClr val="accent5">
                    <a:lumMod val="40000"/>
                    <a:lumOff val="60000"/>
                  </a:schemeClr>
                </a:solidFill>
              </a:defRPr>
            </a:lvl1pPr>
          </a:lstStyle>
          <a:p>
            <a:fld id="{5066296E-2CE1-8E44-98F3-93DA6FDD03EC}" type="datetime1">
              <a:rPr lang="en-US" smtClean="0"/>
              <a:t>8/25/2026</a:t>
            </a:fld>
            <a:endParaRPr lang="en-US" dirty="0"/>
          </a:p>
        </p:txBody>
      </p:sp>
      <p:sp>
        <p:nvSpPr>
          <p:cNvPr id="5" name="Slide Number Placeholder 6">
            <a:extLst>
              <a:ext uri="{FF2B5EF4-FFF2-40B4-BE49-F238E27FC236}">
                <a16:creationId xmlns:a16="http://schemas.microsoft.com/office/drawing/2014/main" id="{D023A897-0246-DF93-A566-0345EC2A521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31931" y="6361755"/>
            <a:ext cx="555269" cy="201168"/>
          </a:xfrm>
          <a:prstGeom prst="rect">
            <a:avLst/>
          </a:prstGeom>
        </p:spPr>
        <p:txBody>
          <a:bodyPr lIns="0" rIns="0" anchor="ctr" anchorCtr="0"/>
          <a:lstStyle>
            <a:lvl1pPr algn="r">
              <a:defRPr sz="1200">
                <a:solidFill>
                  <a:schemeClr val="accent5">
                    <a:lumMod val="40000"/>
                    <a:lumOff val="60000"/>
                  </a:schemeClr>
                </a:solidFill>
              </a:defRPr>
            </a:lvl1pPr>
          </a:lstStyle>
          <a:p>
            <a:fld id="{E32394A6-AED1-4B79-B4B6-933D748A7F1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5336817F-0789-B694-C369-2684D1BE6B4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2870" y="6361755"/>
            <a:ext cx="3376706" cy="201168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1200" cap="all" spc="300" baseline="0">
                <a:solidFill>
                  <a:schemeClr val="accent5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 dirty="0"/>
              <a:t>INTELLIGENCE WOVEN IN.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BE57CF3-9FC4-CECD-A2EE-CC4461ED7DA0}"/>
              </a:ext>
            </a:extLst>
          </p:cNvPr>
          <p:cNvCxnSpPr>
            <a:cxnSpLocks/>
          </p:cNvCxnSpPr>
          <p:nvPr userDrawn="1"/>
        </p:nvCxnSpPr>
        <p:spPr>
          <a:xfrm>
            <a:off x="6382870" y="6057900"/>
            <a:ext cx="5499566" cy="0"/>
          </a:xfrm>
          <a:prstGeom prst="line">
            <a:avLst/>
          </a:prstGeom>
          <a:ln w="9525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054749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9563" y="1125213"/>
            <a:ext cx="11577637" cy="1170673"/>
          </a:xfrm>
        </p:spPr>
        <p:txBody>
          <a:bodyPr anchor="t"/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88914" y="2421239"/>
            <a:ext cx="3986212" cy="4251024"/>
          </a:xfrm>
          <a:solidFill>
            <a:schemeClr val="tx2"/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76376" y="2421239"/>
            <a:ext cx="7410824" cy="3451186"/>
          </a:xfrm>
        </p:spPr>
        <p:txBody>
          <a:bodyPr/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C10C3EDF-37FD-991C-3A97-17D916CB1243}"/>
              </a:ext>
            </a:extLst>
          </p:cNvPr>
          <p:cNvCxnSpPr>
            <a:cxnSpLocks/>
          </p:cNvCxnSpPr>
          <p:nvPr userDrawn="1"/>
        </p:nvCxnSpPr>
        <p:spPr>
          <a:xfrm>
            <a:off x="309563" y="985572"/>
            <a:ext cx="11577637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Graphic 8">
            <a:extLst>
              <a:ext uri="{FF2B5EF4-FFF2-40B4-BE49-F238E27FC236}">
                <a16:creationId xmlns:a16="http://schemas.microsoft.com/office/drawing/2014/main" id="{36E6B23D-4CD2-F786-D281-BA03547B61B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29919" y="185736"/>
            <a:ext cx="1924049" cy="669604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F022533-82DE-A568-59E6-6F3F0F9F0F2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985174" y="6361755"/>
            <a:ext cx="1346758" cy="201168"/>
          </a:xfrm>
          <a:prstGeom prst="rect">
            <a:avLst/>
          </a:prstGeom>
        </p:spPr>
        <p:txBody>
          <a:bodyPr lIns="0" anchor="ctr" anchorCtr="0"/>
          <a:lstStyle>
            <a:lvl1pPr algn="l">
              <a:defRPr sz="1200">
                <a:solidFill>
                  <a:schemeClr val="accent5">
                    <a:lumMod val="40000"/>
                    <a:lumOff val="60000"/>
                  </a:schemeClr>
                </a:solidFill>
              </a:defRPr>
            </a:lvl1pPr>
          </a:lstStyle>
          <a:p>
            <a:fld id="{11950A43-2EFD-8B41-BA59-D4881CF4F56E}" type="datetime1">
              <a:rPr lang="en-US" smtClean="0"/>
              <a:t>8/25/2026</a:t>
            </a:fld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51980A62-111E-4AF6-7D8A-644F44A39D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31931" y="6361755"/>
            <a:ext cx="555269" cy="201168"/>
          </a:xfrm>
          <a:prstGeom prst="rect">
            <a:avLst/>
          </a:prstGeom>
        </p:spPr>
        <p:txBody>
          <a:bodyPr lIns="0" rIns="0" anchor="ctr" anchorCtr="0"/>
          <a:lstStyle>
            <a:lvl1pPr algn="r">
              <a:defRPr sz="1200">
                <a:solidFill>
                  <a:schemeClr val="accent5">
                    <a:lumMod val="40000"/>
                    <a:lumOff val="60000"/>
                  </a:schemeClr>
                </a:solidFill>
              </a:defRPr>
            </a:lvl1pPr>
          </a:lstStyle>
          <a:p>
            <a:fld id="{E32394A6-AED1-4B79-B4B6-933D748A7F1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D86524A0-9415-E816-E5EA-564A4D4D7E5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476376" y="6361755"/>
            <a:ext cx="3376706" cy="201168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1200" cap="all" spc="300" baseline="0">
                <a:solidFill>
                  <a:schemeClr val="accent5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 dirty="0"/>
              <a:t>INTELLIGENCE WOVEN IN.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BA7CCA0-90CD-0B5F-EC19-BCD9177C6BD7}"/>
              </a:ext>
            </a:extLst>
          </p:cNvPr>
          <p:cNvCxnSpPr>
            <a:cxnSpLocks/>
          </p:cNvCxnSpPr>
          <p:nvPr userDrawn="1"/>
        </p:nvCxnSpPr>
        <p:spPr>
          <a:xfrm>
            <a:off x="4476376" y="6057900"/>
            <a:ext cx="7406060" cy="0"/>
          </a:xfrm>
          <a:prstGeom prst="line">
            <a:avLst/>
          </a:prstGeom>
          <a:ln w="9525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9955685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(Original)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16665C56-4E6F-F189-7EE2-C8811D78EEFA}"/>
              </a:ext>
            </a:extLst>
          </p:cNvPr>
          <p:cNvGrpSpPr/>
          <p:nvPr userDrawn="1"/>
        </p:nvGrpSpPr>
        <p:grpSpPr>
          <a:xfrm>
            <a:off x="0" y="-1"/>
            <a:ext cx="12192000" cy="6858001"/>
            <a:chOff x="0" y="-1"/>
            <a:chExt cx="12192000" cy="6858001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90F2121B-5E39-34FB-8A29-2F16927A748F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t="7832" b="7832"/>
            <a:stretch/>
          </p:blipFill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chemeClr val="tx2"/>
            </a:solidFill>
          </p:spPr>
        </p:pic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43FEE219-145A-2156-4185-BD078F0FB934}"/>
                </a:ext>
              </a:extLst>
            </p:cNvPr>
            <p:cNvSpPr/>
            <p:nvPr userDrawn="1"/>
          </p:nvSpPr>
          <p:spPr>
            <a:xfrm>
              <a:off x="0" y="-1"/>
              <a:ext cx="9486900" cy="6858000"/>
            </a:xfrm>
            <a:prstGeom prst="rect">
              <a:avLst/>
            </a:prstGeom>
            <a:gradFill flip="none" rotWithShape="1">
              <a:gsLst>
                <a:gs pos="0">
                  <a:schemeClr val="tx2">
                    <a:alpha val="67921"/>
                  </a:schemeClr>
                </a:gs>
                <a:gs pos="33000">
                  <a:schemeClr val="tx2">
                    <a:alpha val="34646"/>
                  </a:schemeClr>
                </a:gs>
                <a:gs pos="99000">
                  <a:schemeClr val="tx2">
                    <a:alpha val="0"/>
                  </a:schemeClr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4FC0EE3-DAA3-2992-7426-16491E9A3EE3}"/>
                </a:ext>
              </a:extLst>
            </p:cNvPr>
            <p:cNvSpPr/>
            <p:nvPr userDrawn="1"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 flip="none" rotWithShape="1">
              <a:gsLst>
                <a:gs pos="0">
                  <a:schemeClr val="tx2"/>
                </a:gs>
                <a:gs pos="98000">
                  <a:schemeClr val="tx2">
                    <a:alpha val="0"/>
                  </a:schemeClr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313DA752-D5BD-4279-BD83-501DD27ABF98}"/>
                </a:ext>
              </a:extLst>
            </p:cNvPr>
            <p:cNvSpPr/>
            <p:nvPr userDrawn="1"/>
          </p:nvSpPr>
          <p:spPr>
            <a:xfrm rot="10800000">
              <a:off x="5556069" y="0"/>
              <a:ext cx="6635931" cy="6858000"/>
            </a:xfrm>
            <a:prstGeom prst="rect">
              <a:avLst/>
            </a:prstGeom>
            <a:gradFill flip="none" rotWithShape="1">
              <a:gsLst>
                <a:gs pos="0">
                  <a:schemeClr val="tx1">
                    <a:alpha val="42311"/>
                  </a:schemeClr>
                </a:gs>
                <a:gs pos="99000">
                  <a:schemeClr val="tx1">
                    <a:alpha val="0"/>
                  </a:schemeClr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434C11E1-F029-55DF-3FEA-DA213C15D8D1}"/>
                </a:ext>
              </a:extLst>
            </p:cNvPr>
            <p:cNvSpPr/>
            <p:nvPr userDrawn="1"/>
          </p:nvSpPr>
          <p:spPr>
            <a:xfrm rot="10800000">
              <a:off x="0" y="0"/>
              <a:ext cx="12192000" cy="6858000"/>
            </a:xfrm>
            <a:prstGeom prst="rect">
              <a:avLst/>
            </a:prstGeom>
            <a:gradFill flip="none" rotWithShape="1">
              <a:gsLst>
                <a:gs pos="0">
                  <a:schemeClr val="tx1"/>
                </a:gs>
                <a:gs pos="98000">
                  <a:schemeClr val="tx2">
                    <a:alpha val="0"/>
                  </a:schemeClr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E861E-DFBA-B4AA-9356-CDE3D3F57C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89648" y="3429000"/>
            <a:ext cx="5295899" cy="263978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1D7538-EC5A-3EE7-176F-A58920C507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2949" y="3429000"/>
            <a:ext cx="5295900" cy="263978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2E4C402-2ABE-FBFF-7C0C-17C90642B798}"/>
              </a:ext>
            </a:extLst>
          </p:cNvPr>
          <p:cNvCxnSpPr>
            <a:cxnSpLocks/>
          </p:cNvCxnSpPr>
          <p:nvPr userDrawn="1"/>
        </p:nvCxnSpPr>
        <p:spPr>
          <a:xfrm>
            <a:off x="299057" y="3429000"/>
            <a:ext cx="0" cy="2628900"/>
          </a:xfrm>
          <a:prstGeom prst="line">
            <a:avLst/>
          </a:prstGeom>
          <a:ln w="9525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itle 7">
            <a:extLst>
              <a:ext uri="{FF2B5EF4-FFF2-40B4-BE49-F238E27FC236}">
                <a16:creationId xmlns:a16="http://schemas.microsoft.com/office/drawing/2014/main" id="{5A9151C5-84C7-3591-11A3-28332F4076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9562" y="1166067"/>
            <a:ext cx="9482127" cy="1834757"/>
          </a:xfrm>
        </p:spPr>
        <p:txBody>
          <a:bodyPr/>
          <a:lstStyle>
            <a:lvl1pPr>
              <a:defRPr sz="8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89CAD6A6-74D6-AEFB-F773-B4D7415FBD6C}"/>
              </a:ext>
            </a:extLst>
          </p:cNvPr>
          <p:cNvCxnSpPr>
            <a:cxnSpLocks/>
          </p:cNvCxnSpPr>
          <p:nvPr userDrawn="1"/>
        </p:nvCxnSpPr>
        <p:spPr>
          <a:xfrm>
            <a:off x="309563" y="985572"/>
            <a:ext cx="11577637" cy="0"/>
          </a:xfrm>
          <a:prstGeom prst="line">
            <a:avLst/>
          </a:prstGeom>
          <a:ln w="9525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" name="Graphic 1">
            <a:extLst>
              <a:ext uri="{FF2B5EF4-FFF2-40B4-BE49-F238E27FC236}">
                <a16:creationId xmlns:a16="http://schemas.microsoft.com/office/drawing/2014/main" id="{E2EE6895-342B-1F1A-67B4-91C076CE5A3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9919" y="185736"/>
            <a:ext cx="1924049" cy="669604"/>
          </a:xfrm>
          <a:prstGeom prst="rect">
            <a:avLst/>
          </a:prstGeom>
        </p:spPr>
      </p:pic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106378C7-C097-5CA8-90F7-7AA90F152540}"/>
              </a:ext>
            </a:extLst>
          </p:cNvPr>
          <p:cNvCxnSpPr>
            <a:cxnSpLocks/>
          </p:cNvCxnSpPr>
          <p:nvPr userDrawn="1"/>
        </p:nvCxnSpPr>
        <p:spPr>
          <a:xfrm>
            <a:off x="6096353" y="3429000"/>
            <a:ext cx="0" cy="2628900"/>
          </a:xfrm>
          <a:prstGeom prst="line">
            <a:avLst/>
          </a:prstGeom>
          <a:ln w="9525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Date Placeholder 4">
            <a:extLst>
              <a:ext uri="{FF2B5EF4-FFF2-40B4-BE49-F238E27FC236}">
                <a16:creationId xmlns:a16="http://schemas.microsoft.com/office/drawing/2014/main" id="{93EF9FC8-BD44-099A-DEA1-E6241C730EE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982200" y="6361755"/>
            <a:ext cx="1346758" cy="201168"/>
          </a:xfrm>
          <a:prstGeom prst="rect">
            <a:avLst/>
          </a:prstGeom>
        </p:spPr>
        <p:txBody>
          <a:bodyPr lIns="0" anchor="ctr" anchorCtr="0"/>
          <a:lstStyle>
            <a:lvl1pPr algn="l">
              <a:defRPr sz="1200">
                <a:solidFill>
                  <a:schemeClr val="accent2"/>
                </a:solidFill>
              </a:defRPr>
            </a:lvl1pPr>
          </a:lstStyle>
          <a:p>
            <a:fld id="{8EABC397-374F-F24C-981F-1CA5AC2CFDE8}" type="datetime1">
              <a:rPr lang="en-US" smtClean="0"/>
              <a:t>8/25/2026</a:t>
            </a:fld>
            <a:endParaRPr lang="en-US" dirty="0"/>
          </a:p>
        </p:txBody>
      </p:sp>
      <p:sp>
        <p:nvSpPr>
          <p:cNvPr id="9" name="Slide Number Placeholder 6">
            <a:extLst>
              <a:ext uri="{FF2B5EF4-FFF2-40B4-BE49-F238E27FC236}">
                <a16:creationId xmlns:a16="http://schemas.microsoft.com/office/drawing/2014/main" id="{8056DF33-43F0-4E5F-106E-7581A29943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31931" y="6361755"/>
            <a:ext cx="555269" cy="201168"/>
          </a:xfrm>
          <a:prstGeom prst="rect">
            <a:avLst/>
          </a:prstGeom>
        </p:spPr>
        <p:txBody>
          <a:bodyPr lIns="0" rIns="0" anchor="ctr" anchorCtr="0"/>
          <a:lstStyle>
            <a:lvl1pPr algn="r">
              <a:defRPr sz="1200">
                <a:solidFill>
                  <a:schemeClr val="accent2"/>
                </a:solidFill>
              </a:defRPr>
            </a:lvl1pPr>
          </a:lstStyle>
          <a:p>
            <a:fld id="{E32394A6-AED1-4B79-B4B6-933D748A7F1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E6A683C1-FA72-DCFE-6E76-F9645A08E42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096000" y="6361755"/>
            <a:ext cx="3376706" cy="201168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1200" cap="all" spc="30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INTELLIGENCE WOVEN IN.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911586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(Original)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1CF04C5-32E7-9383-9EE9-EAF5608F4C83}"/>
              </a:ext>
            </a:extLst>
          </p:cNvPr>
          <p:cNvSpPr/>
          <p:nvPr userDrawn="1"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6A44A8D2-C7B5-107C-786E-1B4D144056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9563" y="1166068"/>
            <a:ext cx="5316141" cy="10795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9806" y="2245569"/>
            <a:ext cx="529589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DA52B0-7419-A946-4523-6D34BCAD26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29805" y="2897989"/>
            <a:ext cx="5295899" cy="36684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24603" y="2245568"/>
            <a:ext cx="529589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none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3BAE980-E611-98B5-04E9-DE4584B0E3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24601" y="2897989"/>
            <a:ext cx="5295899" cy="366842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C9C64EE-377B-E3AD-5160-011B722FAAD2}"/>
              </a:ext>
            </a:extLst>
          </p:cNvPr>
          <p:cNvCxnSpPr>
            <a:cxnSpLocks/>
          </p:cNvCxnSpPr>
          <p:nvPr userDrawn="1"/>
        </p:nvCxnSpPr>
        <p:spPr>
          <a:xfrm>
            <a:off x="309563" y="985572"/>
            <a:ext cx="5492523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Graphic 9">
            <a:extLst>
              <a:ext uri="{FF2B5EF4-FFF2-40B4-BE49-F238E27FC236}">
                <a16:creationId xmlns:a16="http://schemas.microsoft.com/office/drawing/2014/main" id="{4FB80F5A-1B1A-8AD6-0A58-5049CB2956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29919" y="185736"/>
            <a:ext cx="1924049" cy="6696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010008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 (Original)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9563" y="276837"/>
            <a:ext cx="9453562" cy="1325563"/>
          </a:xfrm>
        </p:spPr>
        <p:txBody>
          <a:bodyPr/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4A617848-C0DC-3EA3-B487-A4B906DBE22A}"/>
              </a:ext>
            </a:extLst>
          </p:cNvPr>
          <p:cNvSpPr/>
          <p:nvPr userDrawn="1"/>
        </p:nvSpPr>
        <p:spPr>
          <a:xfrm>
            <a:off x="0" y="-1"/>
            <a:ext cx="12192000" cy="6858000"/>
          </a:xfrm>
          <a:custGeom>
            <a:avLst/>
            <a:gdLst>
              <a:gd name="connsiteX0" fmla="*/ 192882 w 12192000"/>
              <a:gd name="connsiteY0" fmla="*/ 187326 h 6858000"/>
              <a:gd name="connsiteX1" fmla="*/ 192882 w 12192000"/>
              <a:gd name="connsiteY1" fmla="*/ 6670675 h 6858000"/>
              <a:gd name="connsiteX2" fmla="*/ 11999118 w 12192000"/>
              <a:gd name="connsiteY2" fmla="*/ 6670675 h 6858000"/>
              <a:gd name="connsiteX3" fmla="*/ 11999118 w 12192000"/>
              <a:gd name="connsiteY3" fmla="*/ 187326 h 6858000"/>
              <a:gd name="connsiteX4" fmla="*/ 0 w 12192000"/>
              <a:gd name="connsiteY4" fmla="*/ 0 h 6858000"/>
              <a:gd name="connsiteX5" fmla="*/ 12192000 w 12192000"/>
              <a:gd name="connsiteY5" fmla="*/ 0 h 6858000"/>
              <a:gd name="connsiteX6" fmla="*/ 12192000 w 12192000"/>
              <a:gd name="connsiteY6" fmla="*/ 6858000 h 6858000"/>
              <a:gd name="connsiteX7" fmla="*/ 0 w 12192000"/>
              <a:gd name="connsiteY7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58000">
                <a:moveTo>
                  <a:pt x="192882" y="187326"/>
                </a:moveTo>
                <a:lnTo>
                  <a:pt x="192882" y="6670675"/>
                </a:lnTo>
                <a:lnTo>
                  <a:pt x="11999118" y="6670675"/>
                </a:lnTo>
                <a:lnTo>
                  <a:pt x="11999118" y="187326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224F3E1B-F5FF-6DE6-D334-A7E29190EB8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727802" y="362299"/>
            <a:ext cx="1062037" cy="10620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113467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 (Original)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9563" y="1172376"/>
            <a:ext cx="3698081" cy="1055169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88585" y="1200150"/>
            <a:ext cx="6442108" cy="49720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F453E2C-BED5-30B2-DC13-A2B0810D2F68}"/>
              </a:ext>
            </a:extLst>
          </p:cNvPr>
          <p:cNvCxnSpPr>
            <a:cxnSpLocks/>
          </p:cNvCxnSpPr>
          <p:nvPr userDrawn="1"/>
        </p:nvCxnSpPr>
        <p:spPr>
          <a:xfrm>
            <a:off x="309563" y="985572"/>
            <a:ext cx="11577637" cy="0"/>
          </a:xfrm>
          <a:prstGeom prst="line">
            <a:avLst/>
          </a:prstGeom>
          <a:ln w="9525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Freeform 9">
            <a:extLst>
              <a:ext uri="{FF2B5EF4-FFF2-40B4-BE49-F238E27FC236}">
                <a16:creationId xmlns:a16="http://schemas.microsoft.com/office/drawing/2014/main" id="{54D6D8B4-1343-10FC-3682-29E373CD923A}"/>
              </a:ext>
            </a:extLst>
          </p:cNvPr>
          <p:cNvSpPr/>
          <p:nvPr userDrawn="1"/>
        </p:nvSpPr>
        <p:spPr>
          <a:xfrm>
            <a:off x="0" y="-1"/>
            <a:ext cx="12192000" cy="6858000"/>
          </a:xfrm>
          <a:custGeom>
            <a:avLst/>
            <a:gdLst>
              <a:gd name="connsiteX0" fmla="*/ 192882 w 12192000"/>
              <a:gd name="connsiteY0" fmla="*/ 187326 h 6858000"/>
              <a:gd name="connsiteX1" fmla="*/ 192882 w 12192000"/>
              <a:gd name="connsiteY1" fmla="*/ 6670675 h 6858000"/>
              <a:gd name="connsiteX2" fmla="*/ 11999118 w 12192000"/>
              <a:gd name="connsiteY2" fmla="*/ 6670675 h 6858000"/>
              <a:gd name="connsiteX3" fmla="*/ 11999118 w 12192000"/>
              <a:gd name="connsiteY3" fmla="*/ 187326 h 6858000"/>
              <a:gd name="connsiteX4" fmla="*/ 0 w 12192000"/>
              <a:gd name="connsiteY4" fmla="*/ 0 h 6858000"/>
              <a:gd name="connsiteX5" fmla="*/ 12192000 w 12192000"/>
              <a:gd name="connsiteY5" fmla="*/ 0 h 6858000"/>
              <a:gd name="connsiteX6" fmla="*/ 12192000 w 12192000"/>
              <a:gd name="connsiteY6" fmla="*/ 6858000 h 6858000"/>
              <a:gd name="connsiteX7" fmla="*/ 0 w 12192000"/>
              <a:gd name="connsiteY7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58000">
                <a:moveTo>
                  <a:pt x="192882" y="187326"/>
                </a:moveTo>
                <a:lnTo>
                  <a:pt x="192882" y="6670675"/>
                </a:lnTo>
                <a:lnTo>
                  <a:pt x="11999118" y="6670675"/>
                </a:lnTo>
                <a:lnTo>
                  <a:pt x="11999118" y="187326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0D1BA496-93AA-E0D8-4BAB-98431BFB55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09563" y="2730983"/>
            <a:ext cx="3698082" cy="3623578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411218AD-9501-DCD6-77C2-E4E1846472F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09563" y="304800"/>
            <a:ext cx="586591" cy="586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780962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 (Original)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175125" y="1143000"/>
            <a:ext cx="7707312" cy="5414925"/>
          </a:xfrm>
          <a:solidFill>
            <a:schemeClr val="tx2"/>
          </a:solidFill>
        </p:spPr>
        <p:txBody>
          <a:bodyPr/>
          <a:lstStyle>
            <a:lvl1pPr marL="0" indent="0">
              <a:buNone/>
              <a:defRPr sz="1600">
                <a:solidFill>
                  <a:schemeClr val="bg2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8BF09DE-A1BF-99C0-C198-B4DACD1C497B}"/>
              </a:ext>
            </a:extLst>
          </p:cNvPr>
          <p:cNvCxnSpPr>
            <a:cxnSpLocks/>
          </p:cNvCxnSpPr>
          <p:nvPr userDrawn="1"/>
        </p:nvCxnSpPr>
        <p:spPr>
          <a:xfrm>
            <a:off x="309563" y="985572"/>
            <a:ext cx="11577637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Freeform 9">
            <a:extLst>
              <a:ext uri="{FF2B5EF4-FFF2-40B4-BE49-F238E27FC236}">
                <a16:creationId xmlns:a16="http://schemas.microsoft.com/office/drawing/2014/main" id="{D9A9A378-5D05-5717-F3D0-003C5BF5A9A6}"/>
              </a:ext>
            </a:extLst>
          </p:cNvPr>
          <p:cNvSpPr/>
          <p:nvPr userDrawn="1"/>
        </p:nvSpPr>
        <p:spPr>
          <a:xfrm>
            <a:off x="0" y="-1"/>
            <a:ext cx="12192000" cy="6858000"/>
          </a:xfrm>
          <a:custGeom>
            <a:avLst/>
            <a:gdLst>
              <a:gd name="connsiteX0" fmla="*/ 192882 w 12192000"/>
              <a:gd name="connsiteY0" fmla="*/ 187326 h 6858000"/>
              <a:gd name="connsiteX1" fmla="*/ 192882 w 12192000"/>
              <a:gd name="connsiteY1" fmla="*/ 6670675 h 6858000"/>
              <a:gd name="connsiteX2" fmla="*/ 11999118 w 12192000"/>
              <a:gd name="connsiteY2" fmla="*/ 6670675 h 6858000"/>
              <a:gd name="connsiteX3" fmla="*/ 11999118 w 12192000"/>
              <a:gd name="connsiteY3" fmla="*/ 187326 h 6858000"/>
              <a:gd name="connsiteX4" fmla="*/ 0 w 12192000"/>
              <a:gd name="connsiteY4" fmla="*/ 0 h 6858000"/>
              <a:gd name="connsiteX5" fmla="*/ 12192000 w 12192000"/>
              <a:gd name="connsiteY5" fmla="*/ 0 h 6858000"/>
              <a:gd name="connsiteX6" fmla="*/ 12192000 w 12192000"/>
              <a:gd name="connsiteY6" fmla="*/ 6858000 h 6858000"/>
              <a:gd name="connsiteX7" fmla="*/ 0 w 12192000"/>
              <a:gd name="connsiteY7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58000">
                <a:moveTo>
                  <a:pt x="192882" y="187326"/>
                </a:moveTo>
                <a:lnTo>
                  <a:pt x="192882" y="6670675"/>
                </a:lnTo>
                <a:lnTo>
                  <a:pt x="11999118" y="6670675"/>
                </a:lnTo>
                <a:lnTo>
                  <a:pt x="11999118" y="187326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25152452-99FF-6C42-1B99-FE762A66A0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9563" y="1172376"/>
            <a:ext cx="3698081" cy="1055169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36B24D43-C480-8993-D483-9E1F8C7E8A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09563" y="2730983"/>
            <a:ext cx="3698082" cy="3623578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39948C40-1FA8-87E7-0EA8-F8525A7E60A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09563" y="304800"/>
            <a:ext cx="586591" cy="586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4154060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lusion 1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9564" y="571500"/>
            <a:ext cx="7366000" cy="2409444"/>
          </a:xfrm>
        </p:spPr>
        <p:txBody>
          <a:bodyPr anchor="b">
            <a:noAutofit/>
          </a:bodyPr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09563" y="3429002"/>
            <a:ext cx="11577636" cy="2436362"/>
          </a:xfrm>
        </p:spPr>
        <p:txBody>
          <a:bodyPr/>
          <a:lstStyle>
            <a:lvl1pPr marL="0" indent="0">
              <a:buNone/>
              <a:defRPr/>
            </a:lvl1pPr>
            <a:lvl2pPr marL="117475" indent="-109538">
              <a:buFont typeface="Arial" panose="020B0604020202020204" pitchFamily="34" charset="0"/>
              <a:buChar char="•"/>
              <a:tabLst/>
              <a:defRPr/>
            </a:lvl2pPr>
            <a:lvl3pPr marL="236538" indent="-109538">
              <a:buFont typeface="Arial" panose="020B0604020202020204" pitchFamily="34" charset="0"/>
              <a:buChar char="•"/>
              <a:tabLst/>
              <a:defRPr/>
            </a:lvl3pPr>
            <a:lvl4pPr marL="236538" indent="-109538">
              <a:buFont typeface="Arial" panose="020B0604020202020204" pitchFamily="34" charset="0"/>
              <a:buChar char="•"/>
              <a:tabLst/>
              <a:defRPr/>
            </a:lvl4pPr>
            <a:lvl5pPr marL="236538" indent="-109538">
              <a:buFont typeface="Arial" panose="020B0604020202020204" pitchFamily="34" charset="0"/>
              <a:buChar char="•"/>
              <a:tabLst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760038DA-FA73-8E58-0FC3-F5ABE94D986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88913" y="6250427"/>
            <a:ext cx="1212110" cy="421836"/>
          </a:xfrm>
          <a:prstGeom prst="rect">
            <a:avLst/>
          </a:prstGeom>
        </p:spPr>
      </p:pic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FC44A81-6EA6-50EC-78E8-5A9BE9B717E0}"/>
              </a:ext>
            </a:extLst>
          </p:cNvPr>
          <p:cNvCxnSpPr>
            <a:cxnSpLocks/>
          </p:cNvCxnSpPr>
          <p:nvPr userDrawn="1"/>
        </p:nvCxnSpPr>
        <p:spPr>
          <a:xfrm>
            <a:off x="309563" y="6057900"/>
            <a:ext cx="11577637" cy="0"/>
          </a:xfrm>
          <a:prstGeom prst="line">
            <a:avLst/>
          </a:prstGeom>
          <a:ln w="9525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Date Placeholder 4">
            <a:extLst>
              <a:ext uri="{FF2B5EF4-FFF2-40B4-BE49-F238E27FC236}">
                <a16:creationId xmlns:a16="http://schemas.microsoft.com/office/drawing/2014/main" id="{5BB5D6CF-3DD8-E2B6-239F-A948B1E95DF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985174" y="6361755"/>
            <a:ext cx="1346758" cy="201168"/>
          </a:xfrm>
          <a:prstGeom prst="rect">
            <a:avLst/>
          </a:prstGeom>
        </p:spPr>
        <p:txBody>
          <a:bodyPr lIns="0" anchor="ctr" anchorCtr="0"/>
          <a:lstStyle>
            <a:lvl1pPr algn="l">
              <a:defRPr sz="1200">
                <a:solidFill>
                  <a:schemeClr val="accent5">
                    <a:lumMod val="40000"/>
                    <a:lumOff val="60000"/>
                  </a:schemeClr>
                </a:solidFill>
              </a:defRPr>
            </a:lvl1pPr>
          </a:lstStyle>
          <a:p>
            <a:fld id="{A5E2A31B-06B2-3A43-93C3-80E32CD5FC4D}" type="datetime1">
              <a:rPr lang="en-US" smtClean="0"/>
              <a:t>8/25/2026</a:t>
            </a:fld>
            <a:endParaRPr lang="en-US" dirty="0"/>
          </a:p>
        </p:txBody>
      </p:sp>
      <p:sp>
        <p:nvSpPr>
          <p:cNvPr id="17" name="Slide Number Placeholder 6">
            <a:extLst>
              <a:ext uri="{FF2B5EF4-FFF2-40B4-BE49-F238E27FC236}">
                <a16:creationId xmlns:a16="http://schemas.microsoft.com/office/drawing/2014/main" id="{431733C9-24F2-EB7F-912A-1CD9DE342BF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31931" y="6361755"/>
            <a:ext cx="555269" cy="201168"/>
          </a:xfrm>
          <a:prstGeom prst="rect">
            <a:avLst/>
          </a:prstGeom>
        </p:spPr>
        <p:txBody>
          <a:bodyPr lIns="0" rIns="0" anchor="ctr" anchorCtr="0"/>
          <a:lstStyle>
            <a:lvl1pPr algn="r">
              <a:defRPr sz="1200">
                <a:solidFill>
                  <a:schemeClr val="accent5">
                    <a:lumMod val="40000"/>
                    <a:lumOff val="60000"/>
                  </a:schemeClr>
                </a:solidFill>
              </a:defRPr>
            </a:lvl1pPr>
          </a:lstStyle>
          <a:p>
            <a:fld id="{E32394A6-AED1-4B79-B4B6-933D748A7F1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8" name="Footer Placeholder 4">
            <a:extLst>
              <a:ext uri="{FF2B5EF4-FFF2-40B4-BE49-F238E27FC236}">
                <a16:creationId xmlns:a16="http://schemas.microsoft.com/office/drawing/2014/main" id="{0DC3051B-34E1-CFF3-7A96-B12DBFD9D0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9800" y="6361755"/>
            <a:ext cx="4114800" cy="201168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1200" cap="all" spc="300" baseline="0">
                <a:solidFill>
                  <a:schemeClr val="accent5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 dirty="0"/>
              <a:t>INTELLIGENCE WOVEN IN.</a:t>
            </a:r>
          </a:p>
        </p:txBody>
      </p:sp>
    </p:spTree>
    <p:extLst>
      <p:ext uri="{BB962C8B-B14F-4D97-AF65-F5344CB8AC3E}">
        <p14:creationId xmlns:p14="http://schemas.microsoft.com/office/powerpoint/2010/main" val="27242806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lusion 2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9563" y="2154597"/>
            <a:ext cx="5078529" cy="2548806"/>
          </a:xfrm>
        </p:spPr>
        <p:txBody>
          <a:bodyPr anchor="t">
            <a:noAutofit/>
          </a:bodyPr>
          <a:lstStyle>
            <a:lvl1pPr>
              <a:defRPr sz="54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8082A1-B54D-5676-24F5-E642831E54E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0" y="2154597"/>
            <a:ext cx="5524500" cy="2548806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236538" indent="-228600">
              <a:buFont typeface="Arial" panose="020B0604020202020204" pitchFamily="34" charset="0"/>
              <a:buChar char="•"/>
              <a:tabLst/>
              <a:defRPr sz="2000">
                <a:solidFill>
                  <a:schemeClr val="bg1"/>
                </a:solidFill>
              </a:defRPr>
            </a:lvl2pPr>
            <a:lvl3pPr marL="236538" indent="-228600">
              <a:buFont typeface="Arial" panose="020B0604020202020204" pitchFamily="34" charset="0"/>
              <a:buChar char="•"/>
              <a:tabLst/>
              <a:defRPr sz="1800">
                <a:solidFill>
                  <a:schemeClr val="bg1"/>
                </a:solidFill>
              </a:defRPr>
            </a:lvl3pPr>
            <a:lvl4pPr marL="236538" indent="-228600">
              <a:buFont typeface="Arial" panose="020B0604020202020204" pitchFamily="34" charset="0"/>
              <a:buChar char="•"/>
              <a:tabLst/>
              <a:defRPr sz="1600">
                <a:solidFill>
                  <a:schemeClr val="bg1"/>
                </a:solidFill>
              </a:defRPr>
            </a:lvl4pPr>
            <a:lvl5pPr marL="236538" indent="-228600">
              <a:buFont typeface="Arial" panose="020B0604020202020204" pitchFamily="34" charset="0"/>
              <a:buChar char="•"/>
              <a:tabLst/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DB451967-40D1-4A4B-51B0-C043DBD19F0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09563" y="304800"/>
            <a:ext cx="586591" cy="586591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F7EB935-6EC8-7B93-2786-2F3D5416B906}"/>
              </a:ext>
            </a:extLst>
          </p:cNvPr>
          <p:cNvCxnSpPr>
            <a:cxnSpLocks/>
          </p:cNvCxnSpPr>
          <p:nvPr userDrawn="1"/>
        </p:nvCxnSpPr>
        <p:spPr>
          <a:xfrm>
            <a:off x="309563" y="1110996"/>
            <a:ext cx="11577637" cy="0"/>
          </a:xfrm>
          <a:prstGeom prst="line">
            <a:avLst/>
          </a:prstGeom>
          <a:ln w="9525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396C02A-463D-C1AF-DB1B-FC93BFDB9D23}"/>
              </a:ext>
            </a:extLst>
          </p:cNvPr>
          <p:cNvCxnSpPr>
            <a:cxnSpLocks/>
          </p:cNvCxnSpPr>
          <p:nvPr userDrawn="1"/>
        </p:nvCxnSpPr>
        <p:spPr>
          <a:xfrm>
            <a:off x="309563" y="6057900"/>
            <a:ext cx="11577637" cy="0"/>
          </a:xfrm>
          <a:prstGeom prst="line">
            <a:avLst/>
          </a:prstGeom>
          <a:ln w="9525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4">
            <a:extLst>
              <a:ext uri="{FF2B5EF4-FFF2-40B4-BE49-F238E27FC236}">
                <a16:creationId xmlns:a16="http://schemas.microsoft.com/office/drawing/2014/main" id="{111A1DDA-BE2B-D0AE-F62B-50BD18AC7B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985174" y="6361755"/>
            <a:ext cx="1346758" cy="201168"/>
          </a:xfrm>
          <a:prstGeom prst="rect">
            <a:avLst/>
          </a:prstGeom>
        </p:spPr>
        <p:txBody>
          <a:bodyPr lIns="0" anchor="ctr" anchorCtr="0"/>
          <a:lstStyle>
            <a:lvl1pPr algn="l">
              <a:defRPr sz="1200">
                <a:solidFill>
                  <a:schemeClr val="accent2"/>
                </a:solidFill>
              </a:defRPr>
            </a:lvl1pPr>
          </a:lstStyle>
          <a:p>
            <a:fld id="{A5E2A31B-06B2-3A43-93C3-80E32CD5FC4D}" type="datetime1">
              <a:rPr lang="en-US" smtClean="0"/>
              <a:pPr/>
              <a:t>8/25/2026</a:t>
            </a:fld>
            <a:endParaRPr lang="en-US" dirty="0"/>
          </a:p>
        </p:txBody>
      </p:sp>
      <p:sp>
        <p:nvSpPr>
          <p:cNvPr id="11" name="Slide Number Placeholder 6">
            <a:extLst>
              <a:ext uri="{FF2B5EF4-FFF2-40B4-BE49-F238E27FC236}">
                <a16:creationId xmlns:a16="http://schemas.microsoft.com/office/drawing/2014/main" id="{1504DE1F-A101-D6D4-FCFB-5B2B49147A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31931" y="6361755"/>
            <a:ext cx="555269" cy="201168"/>
          </a:xfrm>
          <a:prstGeom prst="rect">
            <a:avLst/>
          </a:prstGeom>
        </p:spPr>
        <p:txBody>
          <a:bodyPr lIns="0" rIns="0" anchor="ctr" anchorCtr="0"/>
          <a:lstStyle>
            <a:lvl1pPr algn="r">
              <a:defRPr sz="1200">
                <a:solidFill>
                  <a:schemeClr val="accent2"/>
                </a:solidFill>
              </a:defRPr>
            </a:lvl1pPr>
          </a:lstStyle>
          <a:p>
            <a:fld id="{E32394A6-AED1-4B79-B4B6-933D748A7F1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62BD5C67-8A32-B3A7-21CB-FE4AE429AE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4800" y="6361755"/>
            <a:ext cx="4114800" cy="201168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1200" cap="all" spc="30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INTELLIGENCE WOVEN IN.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248953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lusion 3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9563" y="1444438"/>
            <a:ext cx="8283870" cy="1842020"/>
          </a:xfrm>
        </p:spPr>
        <p:txBody>
          <a:bodyPr anchor="b">
            <a:noAutofit/>
          </a:bodyPr>
          <a:lstStyle>
            <a:lvl1pPr>
              <a:defRPr sz="60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09690" y="3593130"/>
            <a:ext cx="8283743" cy="1842020"/>
          </a:xfrm>
        </p:spPr>
        <p:txBody>
          <a:bodyPr>
            <a:noAutofit/>
          </a:bodyPr>
          <a:lstStyle>
            <a:lvl1pPr marL="0" indent="0">
              <a:buNone/>
              <a:defRPr sz="2400">
                <a:solidFill>
                  <a:schemeClr val="tx2"/>
                </a:solidFill>
              </a:defRPr>
            </a:lvl1pPr>
            <a:lvl2pPr marL="7938" indent="0">
              <a:buNone/>
              <a:tabLst/>
              <a:defRPr sz="2000">
                <a:solidFill>
                  <a:schemeClr val="tx2"/>
                </a:solidFill>
              </a:defRPr>
            </a:lvl2pPr>
            <a:lvl3pPr marL="7938" indent="0">
              <a:buNone/>
              <a:tabLst/>
              <a:defRPr sz="1800">
                <a:solidFill>
                  <a:schemeClr val="tx2"/>
                </a:solidFill>
              </a:defRPr>
            </a:lvl3pPr>
            <a:lvl4pPr marL="7938" indent="0">
              <a:buNone/>
              <a:tabLst/>
              <a:defRPr sz="1600">
                <a:solidFill>
                  <a:schemeClr val="tx2"/>
                </a:solidFill>
              </a:defRPr>
            </a:lvl4pPr>
            <a:lvl5pPr marL="7938" indent="0">
              <a:buNone/>
              <a:tabLst/>
              <a:defRPr sz="14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47419862-0548-4F94-CBDC-6FADB895B2B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88913" y="6250427"/>
            <a:ext cx="1212110" cy="421836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BD400A5-ACAF-DF11-EF70-A9719027A343}"/>
              </a:ext>
            </a:extLst>
          </p:cNvPr>
          <p:cNvCxnSpPr>
            <a:cxnSpLocks/>
          </p:cNvCxnSpPr>
          <p:nvPr userDrawn="1"/>
        </p:nvCxnSpPr>
        <p:spPr>
          <a:xfrm>
            <a:off x="309563" y="6057900"/>
            <a:ext cx="11577637" cy="0"/>
          </a:xfrm>
          <a:prstGeom prst="line">
            <a:avLst/>
          </a:prstGeom>
          <a:ln w="9525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Date Placeholder 4">
            <a:extLst>
              <a:ext uri="{FF2B5EF4-FFF2-40B4-BE49-F238E27FC236}">
                <a16:creationId xmlns:a16="http://schemas.microsoft.com/office/drawing/2014/main" id="{C9C0E39A-56D7-BBB7-5886-06F9FE5786E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985174" y="6361755"/>
            <a:ext cx="1346758" cy="201168"/>
          </a:xfrm>
          <a:prstGeom prst="rect">
            <a:avLst/>
          </a:prstGeom>
        </p:spPr>
        <p:txBody>
          <a:bodyPr lIns="0" anchor="ctr" anchorCtr="0"/>
          <a:lstStyle>
            <a:lvl1pPr algn="l">
              <a:defRPr sz="1200">
                <a:solidFill>
                  <a:schemeClr val="accent5">
                    <a:lumMod val="40000"/>
                    <a:lumOff val="60000"/>
                  </a:schemeClr>
                </a:solidFill>
              </a:defRPr>
            </a:lvl1pPr>
          </a:lstStyle>
          <a:p>
            <a:fld id="{A5E2A31B-06B2-3A43-93C3-80E32CD5FC4D}" type="datetime1">
              <a:rPr lang="en-US" smtClean="0"/>
              <a:t>8/25/2026</a:t>
            </a:fld>
            <a:endParaRPr lang="en-US" dirty="0"/>
          </a:p>
        </p:txBody>
      </p:sp>
      <p:sp>
        <p:nvSpPr>
          <p:cNvPr id="12" name="Slide Number Placeholder 6">
            <a:extLst>
              <a:ext uri="{FF2B5EF4-FFF2-40B4-BE49-F238E27FC236}">
                <a16:creationId xmlns:a16="http://schemas.microsoft.com/office/drawing/2014/main" id="{A7E97647-2E30-33D1-9AEF-EEF95E10D0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31931" y="6361755"/>
            <a:ext cx="555269" cy="201168"/>
          </a:xfrm>
          <a:prstGeom prst="rect">
            <a:avLst/>
          </a:prstGeom>
        </p:spPr>
        <p:txBody>
          <a:bodyPr lIns="0" rIns="0" anchor="ctr" anchorCtr="0"/>
          <a:lstStyle>
            <a:lvl1pPr algn="r">
              <a:defRPr sz="1200">
                <a:solidFill>
                  <a:schemeClr val="accent5">
                    <a:lumMod val="40000"/>
                    <a:lumOff val="60000"/>
                  </a:schemeClr>
                </a:solidFill>
              </a:defRPr>
            </a:lvl1pPr>
          </a:lstStyle>
          <a:p>
            <a:fld id="{E32394A6-AED1-4B79-B4B6-933D748A7F1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4820B6AB-E787-5413-1D8B-38691B22093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9800" y="6361755"/>
            <a:ext cx="4114800" cy="201168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1200" cap="all" spc="300" baseline="0">
                <a:solidFill>
                  <a:schemeClr val="accent5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 dirty="0"/>
              <a:t>INTELLIGENCE WOVEN IN.</a:t>
            </a:r>
          </a:p>
        </p:txBody>
      </p:sp>
    </p:spTree>
    <p:extLst>
      <p:ext uri="{BB962C8B-B14F-4D97-AF65-F5344CB8AC3E}">
        <p14:creationId xmlns:p14="http://schemas.microsoft.com/office/powerpoint/2010/main" val="3650613596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 Larg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Graphic 15">
            <a:extLst>
              <a:ext uri="{FF2B5EF4-FFF2-40B4-BE49-F238E27FC236}">
                <a16:creationId xmlns:a16="http://schemas.microsoft.com/office/drawing/2014/main" id="{6EEC1C82-00D2-4C51-87CD-8FBE84757B0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15038" r="26961" b="14948"/>
          <a:stretch>
            <a:fillRect/>
          </a:stretch>
        </p:blipFill>
        <p:spPr>
          <a:xfrm>
            <a:off x="5032112" y="0"/>
            <a:ext cx="7154232" cy="6858000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E9DF7133-7BA1-39D7-136B-626ABCCCBB8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88913" y="6250427"/>
            <a:ext cx="1212110" cy="421836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BDA7054-A3FE-F0C1-E5F4-DAE052D7D369}"/>
              </a:ext>
            </a:extLst>
          </p:cNvPr>
          <p:cNvCxnSpPr>
            <a:cxnSpLocks/>
          </p:cNvCxnSpPr>
          <p:nvPr userDrawn="1"/>
        </p:nvCxnSpPr>
        <p:spPr>
          <a:xfrm>
            <a:off x="309563" y="6057900"/>
            <a:ext cx="5223136" cy="0"/>
          </a:xfrm>
          <a:prstGeom prst="line">
            <a:avLst/>
          </a:prstGeom>
          <a:ln w="9525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Date Placeholder 4">
            <a:extLst>
              <a:ext uri="{FF2B5EF4-FFF2-40B4-BE49-F238E27FC236}">
                <a16:creationId xmlns:a16="http://schemas.microsoft.com/office/drawing/2014/main" id="{2CDCE1FA-F51E-C6A9-CF0E-E18AA7518A1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985174" y="6361755"/>
            <a:ext cx="1346758" cy="201168"/>
          </a:xfrm>
          <a:prstGeom prst="rect">
            <a:avLst/>
          </a:prstGeom>
        </p:spPr>
        <p:txBody>
          <a:bodyPr lIns="0" anchor="ctr" anchorCtr="0"/>
          <a:lstStyle>
            <a:lvl1pPr algn="l">
              <a:defRPr sz="1200">
                <a:solidFill>
                  <a:schemeClr val="accent5">
                    <a:lumMod val="40000"/>
                    <a:lumOff val="60000"/>
                  </a:schemeClr>
                </a:solidFill>
              </a:defRPr>
            </a:lvl1pPr>
          </a:lstStyle>
          <a:p>
            <a:fld id="{A5E2A31B-06B2-3A43-93C3-80E32CD5FC4D}" type="datetime1">
              <a:rPr lang="en-US" smtClean="0"/>
              <a:t>8/25/2026</a:t>
            </a:fld>
            <a:endParaRPr lang="en-US" dirty="0"/>
          </a:p>
        </p:txBody>
      </p:sp>
      <p:sp>
        <p:nvSpPr>
          <p:cNvPr id="9" name="Slide Number Placeholder 6">
            <a:extLst>
              <a:ext uri="{FF2B5EF4-FFF2-40B4-BE49-F238E27FC236}">
                <a16:creationId xmlns:a16="http://schemas.microsoft.com/office/drawing/2014/main" id="{590B0AB7-A3D5-A5C9-8105-03D7BBC5929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31931" y="6361755"/>
            <a:ext cx="555269" cy="201168"/>
          </a:xfrm>
          <a:prstGeom prst="rect">
            <a:avLst/>
          </a:prstGeom>
        </p:spPr>
        <p:txBody>
          <a:bodyPr lIns="0" rIns="0" anchor="ctr" anchorCtr="0"/>
          <a:lstStyle>
            <a:lvl1pPr algn="r">
              <a:defRPr sz="1200">
                <a:solidFill>
                  <a:schemeClr val="accent5">
                    <a:lumMod val="40000"/>
                    <a:lumOff val="60000"/>
                  </a:schemeClr>
                </a:solidFill>
              </a:defRPr>
            </a:lvl1pPr>
          </a:lstStyle>
          <a:p>
            <a:fld id="{E32394A6-AED1-4B79-B4B6-933D748A7F1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420AF0F4-D1D4-125C-856E-A7662DE4FAA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9800" y="6361755"/>
            <a:ext cx="4114800" cy="201168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1200" cap="all" spc="300" baseline="0">
                <a:solidFill>
                  <a:schemeClr val="accent5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 dirty="0"/>
              <a:t>INTELLIGENCE WOVEN IN.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C7DDA704-46E5-5B86-A807-0A5F6D153A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9562" y="4712589"/>
            <a:ext cx="7691437" cy="1267581"/>
          </a:xfrm>
        </p:spPr>
        <p:txBody>
          <a:bodyPr>
            <a:noAutofit/>
          </a:bodyPr>
          <a:lstStyle>
            <a:lvl1pPr algn="l">
              <a:lnSpc>
                <a:spcPct val="110000"/>
              </a:lnSpc>
              <a:defRPr sz="2000" b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Content Placeholder 6">
            <a:extLst>
              <a:ext uri="{FF2B5EF4-FFF2-40B4-BE49-F238E27FC236}">
                <a16:creationId xmlns:a16="http://schemas.microsoft.com/office/drawing/2014/main" id="{E63340F0-DC8A-3A72-DBAB-F42E83EE4BB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04800" y="276804"/>
            <a:ext cx="7696200" cy="4206240"/>
          </a:xfrm>
        </p:spPr>
        <p:txBody>
          <a:bodyPr anchor="b">
            <a:noAutofit/>
          </a:bodyPr>
          <a:lstStyle>
            <a:lvl1pPr marL="0" indent="0" algn="l">
              <a:lnSpc>
                <a:spcPct val="90000"/>
              </a:lnSpc>
              <a:buNone/>
              <a:defRPr sz="161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343365892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 Lar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phic 13">
            <a:extLst>
              <a:ext uri="{FF2B5EF4-FFF2-40B4-BE49-F238E27FC236}">
                <a16:creationId xmlns:a16="http://schemas.microsoft.com/office/drawing/2014/main" id="{9F68FA8F-24DF-1DE4-BDDC-CED2CBBA30F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15038" r="26961" b="14948"/>
          <a:stretch>
            <a:fillRect/>
          </a:stretch>
        </p:blipFill>
        <p:spPr>
          <a:xfrm>
            <a:off x="5032112" y="0"/>
            <a:ext cx="7154232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9562" y="4712589"/>
            <a:ext cx="7691437" cy="1267581"/>
          </a:xfrm>
        </p:spPr>
        <p:txBody>
          <a:bodyPr>
            <a:noAutofit/>
          </a:bodyPr>
          <a:lstStyle>
            <a:lvl1pPr algn="l">
              <a:lnSpc>
                <a:spcPct val="110000"/>
              </a:lnSpc>
              <a:defRPr sz="2000" b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04800" y="276804"/>
            <a:ext cx="7696200" cy="4206240"/>
          </a:xfrm>
        </p:spPr>
        <p:txBody>
          <a:bodyPr anchor="b">
            <a:noAutofit/>
          </a:bodyPr>
          <a:lstStyle>
            <a:lvl1pPr marL="0" indent="0" algn="l">
              <a:lnSpc>
                <a:spcPct val="90000"/>
              </a:lnSpc>
              <a:buNone/>
              <a:defRPr sz="161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07F0728D-E8B9-A542-F7F8-B0241DE5E9F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88913" y="6250427"/>
            <a:ext cx="1212110" cy="421836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1701A2-5672-0B8F-9732-141641E0BC6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985174" y="6361755"/>
            <a:ext cx="1346758" cy="201168"/>
          </a:xfrm>
          <a:prstGeom prst="rect">
            <a:avLst/>
          </a:prstGeom>
        </p:spPr>
        <p:txBody>
          <a:bodyPr lIns="0" anchor="ctr" anchorCtr="0"/>
          <a:lstStyle>
            <a:lvl1pPr algn="l">
              <a:defRPr sz="1200">
                <a:solidFill>
                  <a:schemeClr val="accent5">
                    <a:lumMod val="40000"/>
                    <a:lumOff val="60000"/>
                  </a:schemeClr>
                </a:solidFill>
              </a:defRPr>
            </a:lvl1pPr>
          </a:lstStyle>
          <a:p>
            <a:fld id="{A5E2A31B-06B2-3A43-93C3-80E32CD5FC4D}" type="datetime1">
              <a:rPr lang="en-US" smtClean="0"/>
              <a:t>8/25/2026</a:t>
            </a:fld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8CDF9E7F-14BD-02CE-25F4-591E17FF49A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31931" y="6361755"/>
            <a:ext cx="555269" cy="201168"/>
          </a:xfrm>
          <a:prstGeom prst="rect">
            <a:avLst/>
          </a:prstGeom>
        </p:spPr>
        <p:txBody>
          <a:bodyPr lIns="0" rIns="0" anchor="ctr" anchorCtr="0"/>
          <a:lstStyle>
            <a:lvl1pPr algn="r">
              <a:defRPr sz="1200">
                <a:solidFill>
                  <a:schemeClr val="accent5">
                    <a:lumMod val="40000"/>
                    <a:lumOff val="60000"/>
                  </a:schemeClr>
                </a:solidFill>
              </a:defRPr>
            </a:lvl1pPr>
          </a:lstStyle>
          <a:p>
            <a:fld id="{E32394A6-AED1-4B79-B4B6-933D748A7F1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A80C10A1-C297-926D-9EF7-EB2EF83D9A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9800" y="6361755"/>
            <a:ext cx="4114800" cy="201168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1200" cap="all" spc="300" baseline="0">
                <a:solidFill>
                  <a:schemeClr val="accent5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 dirty="0"/>
              <a:t>INTELLIGENCE WOVEN IN.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0B82470-89D1-A7F2-A7DA-502E340FFFAB}"/>
              </a:ext>
            </a:extLst>
          </p:cNvPr>
          <p:cNvCxnSpPr>
            <a:cxnSpLocks/>
          </p:cNvCxnSpPr>
          <p:nvPr userDrawn="1"/>
        </p:nvCxnSpPr>
        <p:spPr>
          <a:xfrm>
            <a:off x="309563" y="6057900"/>
            <a:ext cx="5223136" cy="0"/>
          </a:xfrm>
          <a:prstGeom prst="line">
            <a:avLst/>
          </a:prstGeom>
          <a:ln w="9525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4432842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19F28B1-81A6-64F2-C8B7-DD5DD6BE6C56}"/>
              </a:ext>
            </a:extLst>
          </p:cNvPr>
          <p:cNvSpPr/>
          <p:nvPr userDrawn="1"/>
        </p:nvSpPr>
        <p:spPr>
          <a:xfrm>
            <a:off x="188912" y="185737"/>
            <a:ext cx="11806237" cy="587216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04800" y="304799"/>
            <a:ext cx="11582400" cy="5644587"/>
          </a:xfrm>
        </p:spPr>
        <p:txBody>
          <a:bodyPr lIns="182880" tIns="182880" rIns="182880" bIns="182880" anchor="ctr">
            <a:noAutofit/>
          </a:bodyPr>
          <a:lstStyle>
            <a:lvl1pPr marL="7938" indent="-7938" algn="ctr">
              <a:lnSpc>
                <a:spcPct val="100000"/>
              </a:lnSpc>
              <a:buNone/>
              <a:tabLst/>
              <a:defRPr sz="2800" b="0">
                <a:solidFill>
                  <a:schemeClr val="bg1"/>
                </a:solidFill>
              </a:defRPr>
            </a:lvl1pPr>
            <a:lvl2pPr marL="7938" indent="-7938" algn="ctr">
              <a:lnSpc>
                <a:spcPct val="100000"/>
              </a:lnSpc>
              <a:buNone/>
              <a:tabLst/>
              <a:defRPr sz="2400" b="0">
                <a:solidFill>
                  <a:schemeClr val="bg1"/>
                </a:solidFill>
              </a:defRPr>
            </a:lvl2pPr>
            <a:lvl3pPr marL="7938" indent="-7938" algn="ctr">
              <a:lnSpc>
                <a:spcPct val="100000"/>
              </a:lnSpc>
              <a:buNone/>
              <a:tabLst/>
              <a:defRPr sz="2000" b="0">
                <a:solidFill>
                  <a:schemeClr val="bg1"/>
                </a:solidFill>
              </a:defRPr>
            </a:lvl3pPr>
            <a:lvl4pPr marL="7938" indent="-7938" algn="ctr">
              <a:lnSpc>
                <a:spcPct val="100000"/>
              </a:lnSpc>
              <a:buNone/>
              <a:tabLst/>
              <a:defRPr sz="1800" b="0">
                <a:solidFill>
                  <a:schemeClr val="bg1"/>
                </a:solidFill>
              </a:defRPr>
            </a:lvl4pPr>
            <a:lvl5pPr marL="7938" indent="-7938" algn="ctr">
              <a:lnSpc>
                <a:spcPct val="100000"/>
              </a:lnSpc>
              <a:buNone/>
              <a:tabLst/>
              <a:defRPr sz="1600" b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B336E8F1-7A16-AB92-4F3F-3347A7C2E73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88913" y="6250427"/>
            <a:ext cx="1212110" cy="421836"/>
          </a:xfrm>
          <a:prstGeom prst="rect">
            <a:avLst/>
          </a:prstGeom>
        </p:spPr>
      </p:pic>
      <p:sp>
        <p:nvSpPr>
          <p:cNvPr id="6" name="Date Placeholder 4">
            <a:extLst>
              <a:ext uri="{FF2B5EF4-FFF2-40B4-BE49-F238E27FC236}">
                <a16:creationId xmlns:a16="http://schemas.microsoft.com/office/drawing/2014/main" id="{EA20E323-A5E5-25F6-9DD8-C4025114A5E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985174" y="6361755"/>
            <a:ext cx="1346758" cy="201168"/>
          </a:xfrm>
          <a:prstGeom prst="rect">
            <a:avLst/>
          </a:prstGeom>
        </p:spPr>
        <p:txBody>
          <a:bodyPr lIns="0" anchor="ctr" anchorCtr="0"/>
          <a:lstStyle>
            <a:lvl1pPr algn="l">
              <a:defRPr sz="1200">
                <a:solidFill>
                  <a:schemeClr val="accent5">
                    <a:lumMod val="40000"/>
                    <a:lumOff val="60000"/>
                  </a:schemeClr>
                </a:solidFill>
              </a:defRPr>
            </a:lvl1pPr>
          </a:lstStyle>
          <a:p>
            <a:fld id="{A5E2A31B-06B2-3A43-93C3-80E32CD5FC4D}" type="datetime1">
              <a:rPr lang="en-US" smtClean="0"/>
              <a:t>8/25/2026</a:t>
            </a:fld>
            <a:endParaRPr lang="en-US" dirty="0"/>
          </a:p>
        </p:txBody>
      </p:sp>
      <p:sp>
        <p:nvSpPr>
          <p:cNvPr id="12" name="Slide Number Placeholder 6">
            <a:extLst>
              <a:ext uri="{FF2B5EF4-FFF2-40B4-BE49-F238E27FC236}">
                <a16:creationId xmlns:a16="http://schemas.microsoft.com/office/drawing/2014/main" id="{B25D9E51-6639-7E82-47B2-48B06C4203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31931" y="6361755"/>
            <a:ext cx="555269" cy="201168"/>
          </a:xfrm>
          <a:prstGeom prst="rect">
            <a:avLst/>
          </a:prstGeom>
        </p:spPr>
        <p:txBody>
          <a:bodyPr lIns="0" rIns="0" anchor="ctr" anchorCtr="0"/>
          <a:lstStyle>
            <a:lvl1pPr algn="r">
              <a:defRPr sz="1200">
                <a:solidFill>
                  <a:schemeClr val="accent5">
                    <a:lumMod val="40000"/>
                    <a:lumOff val="60000"/>
                  </a:schemeClr>
                </a:solidFill>
              </a:defRPr>
            </a:lvl1pPr>
          </a:lstStyle>
          <a:p>
            <a:fld id="{E32394A6-AED1-4B79-B4B6-933D748A7F1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E06EAE6E-081A-3028-4E1B-7F4D0E5114B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9800" y="6361755"/>
            <a:ext cx="4114800" cy="201168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1200" cap="all" spc="300" baseline="0">
                <a:solidFill>
                  <a:schemeClr val="accent5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 dirty="0"/>
              <a:t>INTELLIGENCE WOVEN IN.</a:t>
            </a:r>
          </a:p>
        </p:txBody>
      </p:sp>
    </p:spTree>
    <p:extLst>
      <p:ext uri="{BB962C8B-B14F-4D97-AF65-F5344CB8AC3E}">
        <p14:creationId xmlns:p14="http://schemas.microsoft.com/office/powerpoint/2010/main" val="3789197997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63B3E4A5-2A4D-5A7E-9469-C2F45C6F060A}"/>
              </a:ext>
            </a:extLst>
          </p:cNvPr>
          <p:cNvSpPr/>
          <p:nvPr userDrawn="1"/>
        </p:nvSpPr>
        <p:spPr>
          <a:xfrm>
            <a:off x="188912" y="185738"/>
            <a:ext cx="11806237" cy="344496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5781" y="3895980"/>
            <a:ext cx="11203501" cy="1377105"/>
          </a:xfrm>
        </p:spPr>
        <p:txBody>
          <a:bodyPr anchor="t" anchorCtr="0">
            <a:noAutofit/>
          </a:bodyPr>
          <a:lstStyle>
            <a:lvl1pPr>
              <a:lnSpc>
                <a:spcPct val="120000"/>
              </a:lnSpc>
              <a:defRPr sz="1800" b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35781" y="389964"/>
            <a:ext cx="11203501" cy="2962077"/>
          </a:xfrm>
        </p:spPr>
        <p:txBody>
          <a:bodyPr anchor="b" anchorCtr="0">
            <a:noAutofit/>
          </a:bodyPr>
          <a:lstStyle>
            <a:lvl1pPr marL="164592" indent="-164592">
              <a:lnSpc>
                <a:spcPct val="120000"/>
              </a:lnSpc>
              <a:spcBef>
                <a:spcPts val="0"/>
              </a:spcBef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 marL="4763" indent="0">
              <a:buNone/>
              <a:tabLst/>
              <a:defRPr/>
            </a:lvl2pPr>
          </a:lstStyle>
          <a:p>
            <a:pPr lvl="0"/>
            <a:r>
              <a:rPr lang="en-US" dirty="0"/>
              <a:t>Click to edit Quote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891397B0-515B-F0EB-7EB1-BECBA7E1B07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88913" y="6250427"/>
            <a:ext cx="1212110" cy="421836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39C0DDD-5B5C-CC56-83B7-D0F6CBF77FCA}"/>
              </a:ext>
            </a:extLst>
          </p:cNvPr>
          <p:cNvCxnSpPr>
            <a:cxnSpLocks/>
          </p:cNvCxnSpPr>
          <p:nvPr userDrawn="1"/>
        </p:nvCxnSpPr>
        <p:spPr>
          <a:xfrm>
            <a:off x="309563" y="6057900"/>
            <a:ext cx="11577637" cy="0"/>
          </a:xfrm>
          <a:prstGeom prst="line">
            <a:avLst/>
          </a:prstGeom>
          <a:ln w="9525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2CA1DD-B825-30AC-295C-E5A211B8729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985174" y="6361755"/>
            <a:ext cx="1346758" cy="201168"/>
          </a:xfrm>
          <a:prstGeom prst="rect">
            <a:avLst/>
          </a:prstGeom>
        </p:spPr>
        <p:txBody>
          <a:bodyPr lIns="0" anchor="ctr" anchorCtr="0"/>
          <a:lstStyle>
            <a:lvl1pPr algn="l">
              <a:defRPr sz="1200">
                <a:solidFill>
                  <a:schemeClr val="accent5">
                    <a:lumMod val="40000"/>
                    <a:lumOff val="60000"/>
                  </a:schemeClr>
                </a:solidFill>
              </a:defRPr>
            </a:lvl1pPr>
          </a:lstStyle>
          <a:p>
            <a:fld id="{A5E2A31B-06B2-3A43-93C3-80E32CD5FC4D}" type="datetime1">
              <a:rPr lang="en-US" smtClean="0"/>
              <a:t>8/25/2026</a:t>
            </a:fld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AC666948-41DC-B8B3-85C2-FF771E031E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31931" y="6361755"/>
            <a:ext cx="555269" cy="201168"/>
          </a:xfrm>
          <a:prstGeom prst="rect">
            <a:avLst/>
          </a:prstGeom>
        </p:spPr>
        <p:txBody>
          <a:bodyPr lIns="0" rIns="0" anchor="ctr" anchorCtr="0"/>
          <a:lstStyle>
            <a:lvl1pPr algn="r">
              <a:defRPr sz="1200">
                <a:solidFill>
                  <a:schemeClr val="accent5">
                    <a:lumMod val="40000"/>
                    <a:lumOff val="60000"/>
                  </a:schemeClr>
                </a:solidFill>
              </a:defRPr>
            </a:lvl1pPr>
          </a:lstStyle>
          <a:p>
            <a:fld id="{E32394A6-AED1-4B79-B4B6-933D748A7F1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047C5B5F-28A0-96FD-95D7-CC77B9D1BF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9800" y="6361755"/>
            <a:ext cx="4114800" cy="201168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1200" cap="all" spc="300" baseline="0">
                <a:solidFill>
                  <a:schemeClr val="accent5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 dirty="0"/>
              <a:t>INTELLIGENCE WOVEN IN.</a:t>
            </a:r>
          </a:p>
        </p:txBody>
      </p:sp>
    </p:spTree>
    <p:extLst>
      <p:ext uri="{BB962C8B-B14F-4D97-AF65-F5344CB8AC3E}">
        <p14:creationId xmlns:p14="http://schemas.microsoft.com/office/powerpoint/2010/main" val="2857297223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495E7111-8C9F-B9C6-D91E-B5826F9136DA}"/>
              </a:ext>
            </a:extLst>
          </p:cNvPr>
          <p:cNvSpPr/>
          <p:nvPr userDrawn="1"/>
        </p:nvSpPr>
        <p:spPr>
          <a:xfrm>
            <a:off x="188913" y="185737"/>
            <a:ext cx="5907087" cy="567961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68035" y="3690986"/>
            <a:ext cx="5414401" cy="2161572"/>
          </a:xfrm>
        </p:spPr>
        <p:txBody>
          <a:bodyPr anchor="b" anchorCtr="0">
            <a:noAutofit/>
          </a:bodyPr>
          <a:lstStyle>
            <a:lvl1pPr algn="l">
              <a:lnSpc>
                <a:spcPct val="120000"/>
              </a:lnSpc>
              <a:defRPr sz="1800" b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58421" y="349623"/>
            <a:ext cx="5536322" cy="5285343"/>
          </a:xfrm>
        </p:spPr>
        <p:txBody>
          <a:bodyPr lIns="182880" tIns="182880" rIns="182880" bIns="182880" anchor="ctr" anchorCtr="1">
            <a:noAutofit/>
          </a:bodyPr>
          <a:lstStyle>
            <a:lvl1pPr marL="164592" indent="-164592" algn="ctr">
              <a:lnSpc>
                <a:spcPct val="120000"/>
              </a:lnSpc>
              <a:spcBef>
                <a:spcPts val="0"/>
              </a:spcBef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 marL="4763" indent="0">
              <a:buNone/>
              <a:defRPr/>
            </a:lvl2pPr>
            <a:lvl3pPr marL="11113" indent="0">
              <a:buNone/>
              <a:tabLst/>
              <a:defRPr/>
            </a:lvl3pPr>
          </a:lstStyle>
          <a:p>
            <a:pPr lvl="0"/>
            <a:r>
              <a:rPr lang="en-US" dirty="0"/>
              <a:t>Click to edit Quote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5343A9F3-1497-0E6D-025B-FCBED6130E3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88913" y="6250427"/>
            <a:ext cx="1212110" cy="421836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F8C2D15-79EB-8BF4-0270-6F3F53F0DAF6}"/>
              </a:ext>
            </a:extLst>
          </p:cNvPr>
          <p:cNvCxnSpPr>
            <a:cxnSpLocks/>
          </p:cNvCxnSpPr>
          <p:nvPr userDrawn="1"/>
        </p:nvCxnSpPr>
        <p:spPr>
          <a:xfrm>
            <a:off x="309563" y="6057900"/>
            <a:ext cx="11577637" cy="0"/>
          </a:xfrm>
          <a:prstGeom prst="line">
            <a:avLst/>
          </a:prstGeom>
          <a:ln w="9525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Date Placeholder 4">
            <a:extLst>
              <a:ext uri="{FF2B5EF4-FFF2-40B4-BE49-F238E27FC236}">
                <a16:creationId xmlns:a16="http://schemas.microsoft.com/office/drawing/2014/main" id="{ECBE98B1-0136-AC47-E3F7-409D6F3AEE8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985174" y="6361755"/>
            <a:ext cx="1346758" cy="201168"/>
          </a:xfrm>
          <a:prstGeom prst="rect">
            <a:avLst/>
          </a:prstGeom>
        </p:spPr>
        <p:txBody>
          <a:bodyPr lIns="0" anchor="ctr" anchorCtr="0"/>
          <a:lstStyle>
            <a:lvl1pPr algn="l">
              <a:defRPr sz="1200">
                <a:solidFill>
                  <a:schemeClr val="accent5">
                    <a:lumMod val="40000"/>
                    <a:lumOff val="60000"/>
                  </a:schemeClr>
                </a:solidFill>
              </a:defRPr>
            </a:lvl1pPr>
          </a:lstStyle>
          <a:p>
            <a:fld id="{A5E2A31B-06B2-3A43-93C3-80E32CD5FC4D}" type="datetime1">
              <a:rPr lang="en-US" smtClean="0"/>
              <a:t>8/25/2026</a:t>
            </a:fld>
            <a:endParaRPr lang="en-US" dirty="0"/>
          </a:p>
        </p:txBody>
      </p:sp>
      <p:sp>
        <p:nvSpPr>
          <p:cNvPr id="9" name="Slide Number Placeholder 6">
            <a:extLst>
              <a:ext uri="{FF2B5EF4-FFF2-40B4-BE49-F238E27FC236}">
                <a16:creationId xmlns:a16="http://schemas.microsoft.com/office/drawing/2014/main" id="{A2A8E474-EE5F-98D4-4E12-6C1F9F7E9A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31931" y="6361755"/>
            <a:ext cx="555269" cy="201168"/>
          </a:xfrm>
          <a:prstGeom prst="rect">
            <a:avLst/>
          </a:prstGeom>
        </p:spPr>
        <p:txBody>
          <a:bodyPr lIns="0" rIns="0" anchor="ctr" anchorCtr="0"/>
          <a:lstStyle>
            <a:lvl1pPr algn="r">
              <a:defRPr sz="1200">
                <a:solidFill>
                  <a:schemeClr val="accent5">
                    <a:lumMod val="40000"/>
                    <a:lumOff val="60000"/>
                  </a:schemeClr>
                </a:solidFill>
              </a:defRPr>
            </a:lvl1pPr>
          </a:lstStyle>
          <a:p>
            <a:fld id="{E32394A6-AED1-4B79-B4B6-933D748A7F1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3F6AD8CC-6F11-EC44-A4FE-1E65B7B2F6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9800" y="6361755"/>
            <a:ext cx="4114800" cy="201168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1200" cap="all" spc="300" baseline="0">
                <a:solidFill>
                  <a:schemeClr val="accent5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 dirty="0"/>
              <a:t>INTELLIGENCE WOVEN IN.</a:t>
            </a:r>
          </a:p>
        </p:txBody>
      </p:sp>
    </p:spTree>
    <p:extLst>
      <p:ext uri="{BB962C8B-B14F-4D97-AF65-F5344CB8AC3E}">
        <p14:creationId xmlns:p14="http://schemas.microsoft.com/office/powerpoint/2010/main" val="319970326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AF29623-8E3F-86C7-9701-0431EEA9F5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9563" y="276837"/>
            <a:ext cx="10515600" cy="1325563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A50FD4-42E8-F52E-5DC5-D13C1390CB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9563" y="1705807"/>
            <a:ext cx="10515600" cy="435133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Slide Number Placeholder 6">
            <a:extLst>
              <a:ext uri="{FF2B5EF4-FFF2-40B4-BE49-F238E27FC236}">
                <a16:creationId xmlns:a16="http://schemas.microsoft.com/office/drawing/2014/main" id="{96152ADF-9263-8ECF-DCBF-EAB770A9AE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31931" y="6361755"/>
            <a:ext cx="555269" cy="201168"/>
          </a:xfrm>
          <a:prstGeom prst="rect">
            <a:avLst/>
          </a:prstGeom>
        </p:spPr>
        <p:txBody>
          <a:bodyPr lIns="0" rIns="0" anchor="ctr" anchorCtr="0"/>
          <a:lstStyle>
            <a:lvl1pPr algn="r">
              <a:defRPr sz="1200">
                <a:solidFill>
                  <a:schemeClr val="accent5">
                    <a:lumMod val="40000"/>
                    <a:lumOff val="60000"/>
                  </a:schemeClr>
                </a:solidFill>
              </a:defRPr>
            </a:lvl1pPr>
          </a:lstStyle>
          <a:p>
            <a:fld id="{E32394A6-AED1-4B79-B4B6-933D748A7F1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A3BB99-59C1-FDE6-7B29-D3B87E79469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9800" y="6361755"/>
            <a:ext cx="4114800" cy="201168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1200" cap="all" spc="300" baseline="0">
                <a:solidFill>
                  <a:schemeClr val="accent5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 dirty="0"/>
              <a:t>INTELLIGENCE WOVEN IN.</a:t>
            </a:r>
          </a:p>
        </p:txBody>
      </p:sp>
    </p:spTree>
    <p:extLst>
      <p:ext uri="{BB962C8B-B14F-4D97-AF65-F5344CB8AC3E}">
        <p14:creationId xmlns:p14="http://schemas.microsoft.com/office/powerpoint/2010/main" val="11317935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3" r:id="rId2"/>
    <p:sldLayoutId id="2147483666" r:id="rId3"/>
    <p:sldLayoutId id="2147483667" r:id="rId4"/>
    <p:sldLayoutId id="2147483670" r:id="rId5"/>
    <p:sldLayoutId id="2147483671" r:id="rId6"/>
    <p:sldLayoutId id="2147483673" r:id="rId7"/>
    <p:sldLayoutId id="2147483674" r:id="rId8"/>
    <p:sldLayoutId id="2147483675" r:id="rId9"/>
    <p:sldLayoutId id="2147483676" r:id="rId10"/>
    <p:sldLayoutId id="2147483678" r:id="rId11"/>
    <p:sldLayoutId id="2147483679" r:id="rId12"/>
    <p:sldLayoutId id="2147483681" r:id="rId13"/>
    <p:sldLayoutId id="2147483682" r:id="rId14"/>
    <p:sldLayoutId id="2147483683" r:id="rId15"/>
    <p:sldLayoutId id="2147483684" r:id="rId16"/>
    <p:sldLayoutId id="2147483685" r:id="rId17"/>
    <p:sldLayoutId id="2147483686" r:id="rId18"/>
    <p:sldLayoutId id="2147483688" r:id="rId19"/>
    <p:sldLayoutId id="2147483689" r:id="rId20"/>
    <p:sldLayoutId id="2147483690" r:id="rId21"/>
    <p:sldLayoutId id="2147483694" r:id="rId22"/>
    <p:sldLayoutId id="2147483695" r:id="rId23"/>
    <p:sldLayoutId id="2147483696" r:id="rId24"/>
    <p:sldLayoutId id="2147483697" r:id="rId25"/>
    <p:sldLayoutId id="2147483698" r:id="rId26"/>
    <p:sldLayoutId id="2147483700" r:id="rId27"/>
    <p:sldLayoutId id="2147483701" r:id="rId28"/>
    <p:sldLayoutId id="2147483702" r:id="rId29"/>
    <p:sldLayoutId id="2147483703" r:id="rId30"/>
    <p:sldLayoutId id="2147483704" r:id="rId31"/>
    <p:sldLayoutId id="2147483707" r:id="rId32"/>
    <p:sldLayoutId id="2147483708" r:id="rId33"/>
    <p:sldLayoutId id="2147483710" r:id="rId34"/>
    <p:sldLayoutId id="2147483713" r:id="rId35"/>
    <p:sldLayoutId id="2147483715" r:id="rId36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20000"/>
        </a:lnSpc>
        <a:spcBef>
          <a:spcPts val="1600"/>
        </a:spcBef>
        <a:buFont typeface="Arial" panose="020B0604020202020204" pitchFamily="34" charset="0"/>
        <a:buNone/>
        <a:tabLst/>
        <a:defRPr sz="16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1pPr>
      <a:lvl2pPr marL="119063" indent="-114300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tabLst/>
        <a:defRPr sz="14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2pPr>
      <a:lvl3pPr marL="231775" indent="-112713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tabLst/>
        <a:defRPr sz="12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3pPr>
      <a:lvl4pPr marL="231775" indent="-112713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tabLst/>
        <a:defRPr sz="11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4pPr>
      <a:lvl5pPr marL="231775" indent="-112713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tabLst/>
        <a:defRPr sz="11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>
          <p15:clr>
            <a:srgbClr val="F26B43"/>
          </p15:clr>
        </p15:guide>
        <p15:guide id="2" orient="horz" pos="2160">
          <p15:clr>
            <a:srgbClr val="F26B43"/>
          </p15:clr>
        </p15:guide>
        <p15:guide id="3" orient="horz" pos="192">
          <p15:clr>
            <a:srgbClr val="F26B43"/>
          </p15:clr>
        </p15:guide>
        <p15:guide id="4" pos="192">
          <p15:clr>
            <a:srgbClr val="F26B43"/>
          </p15:clr>
        </p15:guide>
        <p15:guide id="5" pos="7488">
          <p15:clr>
            <a:srgbClr val="F26B43"/>
          </p15:clr>
        </p15:guide>
        <p15:guide id="6" orient="horz" pos="4131">
          <p15:clr>
            <a:srgbClr val="F26B43"/>
          </p15:clr>
        </p15:guide>
        <p15:guide id="7" pos="1392">
          <p15:clr>
            <a:srgbClr val="F26B43"/>
          </p15:clr>
        </p15:guide>
        <p15:guide id="8" pos="2640">
          <p15:clr>
            <a:srgbClr val="F26B43"/>
          </p15:clr>
        </p15:guide>
        <p15:guide id="9" pos="5040">
          <p15:clr>
            <a:srgbClr val="F26B43"/>
          </p15:clr>
        </p15:guide>
        <p15:guide id="10" pos="6288">
          <p15:clr>
            <a:srgbClr val="F26B43"/>
          </p15:clr>
        </p15:guide>
        <p15:guide id="11" pos="119">
          <p15:clr>
            <a:srgbClr val="FDE53C"/>
          </p15:clr>
        </p15:guide>
        <p15:guide id="12" pos="7556">
          <p15:clr>
            <a:srgbClr val="FDE53C"/>
          </p15:clr>
        </p15:guide>
        <p15:guide id="13" orient="horz" pos="119">
          <p15:clr>
            <a:srgbClr val="FDE53C"/>
          </p15:clr>
        </p15:guide>
        <p15:guide id="14" orient="horz" pos="4204">
          <p15:clr>
            <a:srgbClr val="FDE53C"/>
          </p15:clr>
        </p15:guide>
        <p15:guide id="15" orient="horz" pos="3816">
          <p15:clr>
            <a:srgbClr val="F26B43"/>
          </p15:clr>
        </p15:guide>
      </p15:sldGuideLst>
    </p:ext>
  </p:extLst>
</p:sldMaster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heme/theme1.xml><?xml version="1.0" encoding="utf-8"?>
<a:theme xmlns:a="http://schemas.openxmlformats.org/drawingml/2006/main" name="1_Office Theme">
  <a:themeElements>
    <a:clrScheme name="Zava">
      <a:dk1>
        <a:srgbClr val="0A0C0C"/>
      </a:dk1>
      <a:lt1>
        <a:srgbClr val="FFFFFF"/>
      </a:lt1>
      <a:dk2>
        <a:srgbClr val="183D4C"/>
      </a:dk2>
      <a:lt2>
        <a:srgbClr val="EBEFF3"/>
      </a:lt2>
      <a:accent1>
        <a:srgbClr val="585751"/>
      </a:accent1>
      <a:accent2>
        <a:srgbClr val="3D7288"/>
      </a:accent2>
      <a:accent3>
        <a:srgbClr val="97CCE3"/>
      </a:accent3>
      <a:accent4>
        <a:srgbClr val="A6A49D"/>
      </a:accent4>
      <a:accent5>
        <a:srgbClr val="696E6F"/>
      </a:accent5>
      <a:accent6>
        <a:srgbClr val="BBD5E1"/>
      </a:accent6>
      <a:hlink>
        <a:srgbClr val="006F9E"/>
      </a:hlink>
      <a:folHlink>
        <a:srgbClr val="848C91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Zava Corporate Template_3" id="{4DABEB94-4324-47EF-A944-15489EF5FE35}" vid="{981040CD-540D-4D35-AFB9-4DADE2E9598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87867195-f2b8-4ac2-b0b6-6bb73cb33afc}" enabled="1" method="Privilege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Zava Corporate Template_3</Template>
  <TotalTime>11</TotalTime>
  <Words>518</Words>
  <Application>Microsoft Office PowerPoint</Application>
  <PresentationFormat>Widescreen</PresentationFormat>
  <Paragraphs>156</Paragraphs>
  <Slides>33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4" baseType="lpstr">
      <vt:lpstr>1_Office Theme</vt:lpstr>
      <vt:lpstr>Style + Substance:</vt:lpstr>
      <vt:lpstr>Style + Substance:</vt:lpstr>
      <vt:lpstr>Style + Substance:</vt:lpstr>
      <vt:lpstr>Style + Substance:</vt:lpstr>
      <vt:lpstr>Section header 1</vt:lpstr>
      <vt:lpstr>Section header 2</vt:lpstr>
      <vt:lpstr>Section header 3</vt:lpstr>
      <vt:lpstr>Section header 4</vt:lpstr>
      <vt:lpstr>Agenda</vt:lpstr>
      <vt:lpstr>Agenda</vt:lpstr>
      <vt:lpstr>Agenda</vt:lpstr>
      <vt:lpstr>pragmatic &amp; bold visual identity</vt:lpstr>
      <vt:lpstr>pragmatic &amp; bold visual identity</vt:lpstr>
      <vt:lpstr>pragmatic &amp; bold visual identity</vt:lpstr>
      <vt:lpstr>pragmatic &amp; bold visual identity</vt:lpstr>
      <vt:lpstr>pragmatic &amp; bold visual identity</vt:lpstr>
      <vt:lpstr>pragmatic &amp; bold visual identity</vt:lpstr>
      <vt:lpstr>pragmatic &amp; bold visual identity</vt:lpstr>
      <vt:lpstr>pragmatic &amp; bold visual identity</vt:lpstr>
      <vt:lpstr>pragmatic &amp; bold visual identity</vt:lpstr>
      <vt:lpstr>pragmatic &amp; bold visual identity</vt:lpstr>
      <vt:lpstr>pragmatic &amp; bold visual identity</vt:lpstr>
      <vt:lpstr>pragmatic &amp; bold visual identity</vt:lpstr>
      <vt:lpstr>pragmatic &amp; bold visual identity</vt:lpstr>
      <vt:lpstr>pragmatic &amp; bold visual identity</vt:lpstr>
      <vt:lpstr>pragmatic &amp; bold visual identity</vt:lpstr>
      <vt:lpstr>pragmatic &amp; bold visual identity</vt:lpstr>
      <vt:lpstr>pragmatic &amp; bold visual identity</vt:lpstr>
      <vt:lpstr>MARKET SHARE</vt:lpstr>
      <vt:lpstr>MARKET SHARE</vt:lpstr>
      <vt:lpstr>PowerPoint Presentation</vt:lpstr>
      <vt:lpstr>– Virginia Postrel</vt:lpstr>
      <vt:lpstr>– Virginia Postrel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Bryan Carney</dc:creator>
  <cp:lastModifiedBy>Bryan Carney</cp:lastModifiedBy>
  <cp:revision>25</cp:revision>
  <dcterms:created xsi:type="dcterms:W3CDTF">2026-08-24T22:08:55Z</dcterms:created>
  <dcterms:modified xsi:type="dcterms:W3CDTF">2026-08-25T21:11:36Z</dcterms:modified>
</cp:coreProperties>
</file>