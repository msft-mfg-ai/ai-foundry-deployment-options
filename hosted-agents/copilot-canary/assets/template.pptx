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4" r:id="rId18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258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570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810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73568" y="0"/>
            <a:ext cx="4215384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43800" y="-1005840"/>
            <a:ext cx="4937760" cy="4937760"/>
          </a:xfrm>
          <a:prstGeom prst="arc">
            <a:avLst/>
          </a:prstGeom>
          <a:noFill/>
          <a:ln w="2540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" y="62179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>
            <a:spLocks noGrp="1"/>
          </p:cNvSpPr>
          <p:nvPr>
            <p:ph type="body" idx="1" hasCustomPrompt="1"/>
          </p:nvPr>
        </p:nvSpPr>
        <p:spPr>
          <a:xfrm>
            <a:off x="731520" y="704088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740" b="1">
                <a:solidFill>
                  <a:srgbClr val="E0F2FE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40" b="1">
                <a:solidFill>
                  <a:srgbClr val="E0F2FE"/>
                </a:solidFill>
              </a:rPr>
              <a:t>SECTION LABEL</a:t>
            </a:r>
            <a:endParaRPr lang="en-US" sz="740"/>
          </a:p>
        </p:txBody>
      </p:sp>
      <p:sp>
        <p:nvSpPr>
          <p:cNvPr id="6" name="Text 4"/>
          <p:cNvSpPr>
            <a:spLocks noGrp="1"/>
          </p:cNvSpPr>
          <p:nvPr>
            <p:ph type="body" idx="2" hasCustomPrompt="1"/>
          </p:nvPr>
        </p:nvSpPr>
        <p:spPr>
          <a:xfrm>
            <a:off x="658368" y="1298448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3300" b="1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r>
              <a:rPr lang="en-US" sz="3300" b="1">
                <a:solidFill>
                  <a:srgbClr val="FFFFFF"/>
                </a:solidFill>
              </a:rPr>
              <a:t>Presentation title</a:t>
            </a:r>
            <a:endParaRPr lang="en-US" sz="3300"/>
          </a:p>
        </p:txBody>
      </p:sp>
      <p:sp>
        <p:nvSpPr>
          <p:cNvPr id="7" name="Text 5"/>
          <p:cNvSpPr>
            <a:spLocks noGrp="1"/>
          </p:cNvSpPr>
          <p:nvPr>
            <p:ph type="body" idx="3" hasCustomPrompt="1"/>
          </p:nvPr>
        </p:nvSpPr>
        <p:spPr>
          <a:xfrm>
            <a:off x="676656" y="2075688"/>
            <a:ext cx="6446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>
              <a:buNone/>
              <a:defRPr sz="1450">
                <a:solidFill>
                  <a:srgbClr val="D1FAE5"/>
                </a:solidFill>
              </a:defRPr>
            </a:lvl1pPr>
          </a:lstStyle>
          <a:p>
            <a:pPr marL="0" indent="0">
              <a:buNone/>
            </a:pPr>
            <a:r>
              <a:rPr lang="en-US" sz="1450">
                <a:solidFill>
                  <a:srgbClr val="D1FAE5"/>
                </a:solidFill>
              </a:rPr>
              <a:t>One or two sentences framing the purpose of this deck and why it matters to the audience.</a:t>
            </a:r>
            <a:endParaRPr lang="en-US" sz="1450"/>
          </a:p>
        </p:txBody>
      </p:sp>
      <p:sp>
        <p:nvSpPr>
          <p:cNvPr id="8" name="Shape 6"/>
          <p:cNvSpPr/>
          <p:nvPr/>
        </p:nvSpPr>
        <p:spPr>
          <a:xfrm>
            <a:off x="676656" y="3200400"/>
            <a:ext cx="5943600" cy="1417320"/>
          </a:xfrm>
          <a:prstGeom prst="roundRect">
            <a:avLst>
              <a:gd name="adj" fmla="val 5161"/>
            </a:avLst>
          </a:prstGeom>
          <a:solidFill>
            <a:srgbClr val="1F293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>
            <a:spLocks noGrp="1"/>
          </p:cNvSpPr>
          <p:nvPr>
            <p:ph type="body" idx="4" hasCustomPrompt="1"/>
          </p:nvPr>
        </p:nvSpPr>
        <p:spPr>
          <a:xfrm>
            <a:off x="914400" y="34747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900" b="1">
                <a:solidFill>
                  <a:srgbClr val="A78BFA"/>
                </a:solidFill>
              </a:defRPr>
            </a:lvl1pPr>
          </a:lstStyle>
          <a:p>
            <a:pPr marL="0" indent="0">
              <a:buNone/>
            </a:pPr>
            <a:r>
              <a:rPr lang="en-US" sz="900" b="1">
                <a:solidFill>
                  <a:srgbClr val="A78BFA"/>
                </a:solidFill>
              </a:rPr>
              <a:t>Coverage window</a:t>
            </a:r>
            <a:endParaRPr lang="en-US" sz="900"/>
          </a:p>
        </p:txBody>
      </p:sp>
      <p:sp>
        <p:nvSpPr>
          <p:cNvPr id="10" name="Text 8"/>
          <p:cNvSpPr>
            <a:spLocks noGrp="1"/>
          </p:cNvSpPr>
          <p:nvPr>
            <p:ph type="body" idx="5" hasCustomPrompt="1"/>
          </p:nvPr>
        </p:nvSpPr>
        <p:spPr>
          <a:xfrm>
            <a:off x="914400" y="37490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Start date - end date</a:t>
            </a:r>
            <a:endParaRPr lang="en-US" sz="1800"/>
          </a:p>
        </p:txBody>
      </p:sp>
      <p:sp>
        <p:nvSpPr>
          <p:cNvPr id="11" name="Text 9"/>
          <p:cNvSpPr>
            <a:spLocks noGrp="1"/>
          </p:cNvSpPr>
          <p:nvPr>
            <p:ph type="body" idx="6" hasCustomPrompt="1"/>
          </p:nvPr>
        </p:nvSpPr>
        <p:spPr>
          <a:xfrm>
            <a:off x="914400" y="416966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850">
                <a:solidFill>
                  <a:srgbClr val="CBD5E1"/>
                </a:solidFill>
              </a:defRPr>
            </a:lvl1pPr>
          </a:lstStyle>
          <a:p>
            <a:pPr marL="0" indent="0">
              <a:buNone/>
            </a:pPr>
            <a:r>
              <a:rPr lang="en-US" sz="850">
                <a:solidFill>
                  <a:srgbClr val="CBD5E1"/>
                </a:solidFill>
              </a:rPr>
              <a:t>Input: list the sources this deck is based on.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8549640" y="1078992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13" name="Text 11"/>
          <p:cNvSpPr>
            <a:spLocks noGrp="1"/>
          </p:cNvSpPr>
          <p:nvPr>
            <p:ph type="body" idx="7" hasCustomPrompt="1"/>
          </p:nvPr>
        </p:nvSpPr>
        <p:spPr>
          <a:xfrm>
            <a:off x="8659368" y="122529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1800" b="1">
                <a:solidFill>
                  <a:srgbClr val="0F172A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</a:rPr>
              <a:t>00</a:t>
            </a:r>
            <a:endParaRPr lang="en-US" sz="1800"/>
          </a:p>
        </p:txBody>
      </p:sp>
      <p:sp>
        <p:nvSpPr>
          <p:cNvPr id="14" name="Text 12"/>
          <p:cNvSpPr>
            <a:spLocks noGrp="1"/>
          </p:cNvSpPr>
          <p:nvPr>
            <p:ph type="body" idx="8" hasCustomPrompt="1"/>
          </p:nvPr>
        </p:nvSpPr>
        <p:spPr>
          <a:xfrm>
            <a:off x="8677656" y="16276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 algn="ctr">
              <a:buNone/>
              <a:defRPr sz="1050" b="1">
                <a:solidFill>
                  <a:srgbClr val="475569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050" b="1">
                <a:solidFill>
                  <a:srgbClr val="475569"/>
                </a:solidFill>
              </a:rPr>
              <a:t>stat label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10012680" y="248716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>
            <a:spLocks noGrp="1"/>
          </p:cNvSpPr>
          <p:nvPr>
            <p:ph type="body" idx="9" hasCustomPrompt="1"/>
          </p:nvPr>
        </p:nvSpPr>
        <p:spPr>
          <a:xfrm>
            <a:off x="10122408" y="263347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1800" b="1">
                <a:solidFill>
                  <a:srgbClr val="0F172A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</a:rPr>
              <a:t>00</a:t>
            </a:r>
            <a:endParaRPr lang="en-US" sz="1800"/>
          </a:p>
        </p:txBody>
      </p:sp>
      <p:sp>
        <p:nvSpPr>
          <p:cNvPr id="17" name="Text 15"/>
          <p:cNvSpPr>
            <a:spLocks noGrp="1"/>
          </p:cNvSpPr>
          <p:nvPr>
            <p:ph type="body" idx="10" hasCustomPrompt="1"/>
          </p:nvPr>
        </p:nvSpPr>
        <p:spPr>
          <a:xfrm>
            <a:off x="1014069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 algn="ctr">
              <a:buNone/>
              <a:defRPr sz="1050" b="1">
                <a:solidFill>
                  <a:srgbClr val="475569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050" b="1">
                <a:solidFill>
                  <a:srgbClr val="475569"/>
                </a:solidFill>
              </a:rPr>
              <a:t>stat label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8522208" y="40233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>
            <a:spLocks noGrp="1"/>
          </p:cNvSpPr>
          <p:nvPr>
            <p:ph type="body" idx="11" hasCustomPrompt="1"/>
          </p:nvPr>
        </p:nvSpPr>
        <p:spPr>
          <a:xfrm>
            <a:off x="8631936" y="416966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1800" b="1">
                <a:solidFill>
                  <a:srgbClr val="0F172A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</a:rPr>
              <a:t>00</a:t>
            </a:r>
            <a:endParaRPr lang="en-US" sz="1800"/>
          </a:p>
        </p:txBody>
      </p:sp>
      <p:sp>
        <p:nvSpPr>
          <p:cNvPr id="20" name="Text 18"/>
          <p:cNvSpPr>
            <a:spLocks noGrp="1"/>
          </p:cNvSpPr>
          <p:nvPr>
            <p:ph type="body" idx="12" hasCustomPrompt="1"/>
          </p:nvPr>
        </p:nvSpPr>
        <p:spPr>
          <a:xfrm>
            <a:off x="8650224" y="457200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 algn="ctr">
              <a:buNone/>
              <a:defRPr sz="1050" b="1">
                <a:solidFill>
                  <a:srgbClr val="475569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050" b="1">
                <a:solidFill>
                  <a:srgbClr val="475569"/>
                </a:solidFill>
              </a:rPr>
              <a:t>stat label</a:t>
            </a:r>
            <a:endParaRPr lang="en-US" sz="1050"/>
          </a:p>
        </p:txBody>
      </p:sp>
      <p:sp>
        <p:nvSpPr>
          <p:cNvPr id="21" name="Text 19"/>
          <p:cNvSpPr>
            <a:spLocks noGrp="1"/>
          </p:cNvSpPr>
          <p:nvPr>
            <p:ph type="body" idx="13" hasCustomPrompt="1"/>
          </p:nvPr>
        </p:nvSpPr>
        <p:spPr>
          <a:xfrm>
            <a:off x="676656" y="61996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850">
                <a:solidFill>
                  <a:srgbClr val="CBD5E1"/>
                </a:solidFill>
              </a:defRPr>
            </a:lvl1pPr>
          </a:lstStyle>
          <a:p>
            <a:pPr marL="0" indent="0">
              <a:buNone/>
            </a:pPr>
            <a:r>
              <a:rPr lang="en-US" sz="850">
                <a:solidFill>
                  <a:srgbClr val="CBD5E1"/>
                </a:solidFill>
              </a:rPr>
              <a:t>Prepared by Name</a:t>
            </a:r>
            <a:endParaRPr lang="en-US" sz="8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C0874C7-0102-173F-3F6B-FDAFAB46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432A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04392-DF87-5975-9693-793B5DECB4D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584200" y="533400"/>
            <a:ext cx="381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300" b="1">
                <a:solidFill>
                  <a:srgbClr val="FCD37D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300" b="1">
                <a:solidFill>
                  <a:srgbClr val="FCD37D"/>
                </a:solidFill>
                <a:latin typeface="Aptos" panose="020B0004020202020204" pitchFamily="34" charset="0"/>
              </a:rPr>
              <a:t>SECTION LABEL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A7268-3CE7-2651-3326-138242BE079F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584200" y="990600"/>
            <a:ext cx="7366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3600" b="1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3600" b="1">
                <a:solidFill>
                  <a:srgbClr val="FFFFFF"/>
                </a:solidFill>
                <a:latin typeface="Aptos" panose="020B0004020202020204" pitchFamily="34" charset="0"/>
              </a:rPr>
              <a:t>Section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C7E753-4493-C398-38B9-D25892FFAC49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609600" y="1778000"/>
            <a:ext cx="457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2200" b="1">
                <a:solidFill>
                  <a:srgbClr val="F6EADD"/>
                </a:solidFill>
                <a:latin typeface="Aptos" panose="020B0004020202020204" pitchFamily="34" charset="0"/>
              </a:defRPr>
            </a:lvl1pPr>
          </a:lstStyle>
          <a:p>
            <a:r>
              <a:rPr lang="nb-NO" sz="2200" b="1">
                <a:solidFill>
                  <a:srgbClr val="F6EADD"/>
                </a:solidFill>
                <a:latin typeface="Aptos" panose="020B0004020202020204" pitchFamily="34" charset="0"/>
              </a:rPr>
              <a:t>Start date - end date</a:t>
            </a:r>
            <a:endParaRPr lang="en-US" sz="2200" b="1">
              <a:solidFill>
                <a:srgbClr val="F6EADD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E656A9-37DD-1D32-91B2-A6B99C4D52F9}"/>
              </a:ext>
            </a:extLst>
          </p:cNvPr>
          <p:cNvSpPr txBox="1">
            <a:spLocks noGrp="1"/>
          </p:cNvSpPr>
          <p:nvPr>
            <p:ph type="body" idx="4" hasCustomPrompt="1"/>
          </p:nvPr>
        </p:nvSpPr>
        <p:spPr>
          <a:xfrm>
            <a:off x="609600" y="2895600"/>
            <a:ext cx="1003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2200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2200">
                <a:solidFill>
                  <a:srgbClr val="FFFFFF"/>
                </a:solidFill>
                <a:latin typeface="Aptos" panose="020B0004020202020204" pitchFamily="34" charset="0"/>
              </a:rPr>
              <a:t>One or two sentences introducing what this section covers.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B93A5A-7712-BD1A-43A8-01010290C560}"/>
              </a:ext>
            </a:extLst>
          </p:cNvPr>
          <p:cNvSpPr/>
          <p:nvPr/>
        </p:nvSpPr>
        <p:spPr>
          <a:xfrm>
            <a:off x="9118600" y="889000"/>
            <a:ext cx="2133600" cy="2133600"/>
          </a:xfrm>
          <a:prstGeom prst="roundRect">
            <a:avLst/>
          </a:prstGeom>
          <a:solidFill>
            <a:srgbClr val="7D5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FB5C04-F819-350D-D276-7B344FDFD0CA}"/>
              </a:ext>
            </a:extLst>
          </p:cNvPr>
          <p:cNvSpPr txBox="1">
            <a:spLocks noGrp="1"/>
          </p:cNvSpPr>
          <p:nvPr>
            <p:ph type="body" idx="5" hasCustomPrompt="1"/>
          </p:nvPr>
        </p:nvSpPr>
        <p:spPr>
          <a:xfrm>
            <a:off x="9779000" y="1168400"/>
            <a:ext cx="889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4800" b="1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4800" b="1">
                <a:solidFill>
                  <a:srgbClr val="FFFFFF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95EBFD-646A-82B8-28F3-E3829FD083EE}"/>
              </a:ext>
            </a:extLst>
          </p:cNvPr>
          <p:cNvSpPr txBox="1">
            <a:spLocks noGrp="1"/>
          </p:cNvSpPr>
          <p:nvPr>
            <p:ph type="body" idx="6" hasCustomPrompt="1"/>
          </p:nvPr>
        </p:nvSpPr>
        <p:spPr>
          <a:xfrm>
            <a:off x="9436100" y="2032000"/>
            <a:ext cx="152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400" b="1">
                <a:solidFill>
                  <a:srgbClr val="F6EADD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400" b="1">
                <a:solidFill>
                  <a:srgbClr val="F6EADD"/>
                </a:solidFill>
                <a:latin typeface="Aptos" panose="020B0004020202020204" pitchFamily="34" charset="0"/>
              </a:rPr>
              <a:t>stat label</a:t>
            </a:r>
          </a:p>
        </p:txBody>
      </p:sp>
    </p:spTree>
    <p:extLst>
      <p:ext uri="{BB962C8B-B14F-4D97-AF65-F5344CB8AC3E}">
        <p14:creationId xmlns:p14="http://schemas.microsoft.com/office/powerpoint/2010/main" val="986826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 + Callouts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" hasCustomPrompt="1"/>
          </p:nvPr>
        </p:nvSpPr>
        <p:spPr>
          <a:xfrm>
            <a:off x="548640" y="3840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850" b="1" kern="0" spc="110">
                <a:solidFill>
                  <a:srgbClr val="0F766E"/>
                </a:solidFill>
              </a:defRPr>
            </a:lvl1pPr>
          </a:lstStyle>
          <a:p>
            <a:pPr marL="0" indent="0">
              <a:buNone/>
            </a:pPr>
            <a:r>
              <a:rPr lang="en-US" sz="850" b="1" kern="0" spc="110">
                <a:solidFill>
                  <a:srgbClr val="0F766E"/>
                </a:solidFill>
              </a:rPr>
              <a:t>SECTION LABEL</a:t>
            </a:r>
            <a:endParaRPr lang="en-US" sz="850"/>
          </a:p>
        </p:txBody>
      </p:sp>
      <p:sp>
        <p:nvSpPr>
          <p:cNvPr id="3" name="Text 1"/>
          <p:cNvSpPr>
            <a:spLocks noGrp="1"/>
          </p:cNvSpPr>
          <p:nvPr>
            <p:ph type="body" idx="2" hasCustomPrompt="1"/>
          </p:nvPr>
        </p:nvSpPr>
        <p:spPr>
          <a:xfrm>
            <a:off x="548640" y="694944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240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</a:rPr>
              <a:t>Headline goes here</a:t>
            </a:r>
            <a:endParaRPr lang="en-US" sz="2400"/>
          </a:p>
        </p:txBody>
      </p:sp>
      <p:sp>
        <p:nvSpPr>
          <p:cNvPr id="4" name="Text 2"/>
          <p:cNvSpPr>
            <a:spLocks noGrp="1"/>
          </p:cNvSpPr>
          <p:nvPr>
            <p:ph type="body" idx="3" hasCustomPrompt="1"/>
          </p:nvPr>
        </p:nvSpPr>
        <p:spPr>
          <a:xfrm>
            <a:off x="566928" y="11704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00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Supporting sentence that frames the slide in one line.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>
            <a:spLocks noGrp="1"/>
          </p:cNvSpPr>
          <p:nvPr>
            <p:ph type="body" idx="4" hasCustomPrompt="1"/>
          </p:nvPr>
        </p:nvSpPr>
        <p:spPr>
          <a:xfrm>
            <a:off x="548640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750">
                <a:solidFill>
                  <a:srgbClr val="64748B"/>
                </a:solidFill>
              </a:defRPr>
            </a:lvl1pPr>
          </a:lstStyle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Presentation title | Subtitle</a:t>
            </a:r>
            <a:endParaRPr lang="en-US" sz="750"/>
          </a:p>
        </p:txBody>
      </p:sp>
      <p:sp>
        <p:nvSpPr>
          <p:cNvPr id="7" name="Text 5"/>
          <p:cNvSpPr>
            <a:spLocks noGrp="1"/>
          </p:cNvSpPr>
          <p:nvPr>
            <p:ph type="body" idx="5" hasCustomPrompt="1"/>
          </p:nvPr>
        </p:nvSpPr>
        <p:spPr>
          <a:xfrm>
            <a:off x="11119104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r">
              <a:buNone/>
              <a:defRPr sz="850" b="1">
                <a:solidFill>
                  <a:srgbClr val="64748B"/>
                </a:solidFill>
              </a:defRPr>
            </a:lvl1pPr>
          </a:lstStyle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</a:rPr>
              <a:t>02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868680" y="1664208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14984" y="1719072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>
            <a:spLocks noGrp="1"/>
          </p:cNvSpPr>
          <p:nvPr>
            <p:ph type="body" idx="6" hasCustomPrompt="1"/>
          </p:nvPr>
        </p:nvSpPr>
        <p:spPr>
          <a:xfrm>
            <a:off x="1051560" y="19019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1200" b="1" u="sng">
                <a:solidFill>
                  <a:srgbClr val="0F766E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 b="1" u="sng">
                <a:solidFill>
                  <a:srgbClr val="0F766E"/>
                </a:solidFill>
              </a:rPr>
              <a:t>Date</a:t>
            </a:r>
            <a:endParaRPr lang="en-US" sz="1200"/>
          </a:p>
        </p:txBody>
      </p:sp>
      <p:sp>
        <p:nvSpPr>
          <p:cNvPr id="11" name="Text 9"/>
          <p:cNvSpPr>
            <a:spLocks noGrp="1"/>
          </p:cNvSpPr>
          <p:nvPr>
            <p:ph type="body" idx="7" hasCustomPrompt="1"/>
          </p:nvPr>
        </p:nvSpPr>
        <p:spPr>
          <a:xfrm>
            <a:off x="1097280" y="2304288"/>
            <a:ext cx="17830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>
            <a:lvl1pPr marL="0" indent="0" algn="ctr">
              <a:buNone/>
              <a:defRPr sz="920" b="1">
                <a:solidFill>
                  <a:srgbClr val="111827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920" b="1">
                <a:solidFill>
                  <a:srgbClr val="111827"/>
                </a:solidFill>
              </a:rPr>
              <a:t>Milestone headline</a:t>
            </a:r>
            <a:endParaRPr lang="en-US" sz="920"/>
          </a:p>
        </p:txBody>
      </p:sp>
      <p:sp>
        <p:nvSpPr>
          <p:cNvPr id="12" name="Text 10"/>
          <p:cNvSpPr>
            <a:spLocks noGrp="1"/>
          </p:cNvSpPr>
          <p:nvPr>
            <p:ph type="body" idx="8" hasCustomPrompt="1"/>
          </p:nvPr>
        </p:nvSpPr>
        <p:spPr>
          <a:xfrm>
            <a:off x="1527048" y="3063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13" name="Shape 11"/>
          <p:cNvSpPr/>
          <p:nvPr/>
        </p:nvSpPr>
        <p:spPr>
          <a:xfrm>
            <a:off x="3657600" y="1664208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0" y="1727532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>
            <a:spLocks noGrp="1"/>
          </p:cNvSpPr>
          <p:nvPr>
            <p:ph type="body" idx="9" hasCustomPrompt="1"/>
          </p:nvPr>
        </p:nvSpPr>
        <p:spPr>
          <a:xfrm>
            <a:off x="3840480" y="19019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1200" b="1" u="sng">
                <a:solidFill>
                  <a:srgbClr val="22C55E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 b="1" u="sng">
                <a:solidFill>
                  <a:srgbClr val="22C55E"/>
                </a:solidFill>
              </a:rPr>
              <a:t>Date</a:t>
            </a:r>
            <a:endParaRPr lang="en-US" sz="1200"/>
          </a:p>
        </p:txBody>
      </p:sp>
      <p:sp>
        <p:nvSpPr>
          <p:cNvPr id="16" name="Text 14"/>
          <p:cNvSpPr>
            <a:spLocks noGrp="1"/>
          </p:cNvSpPr>
          <p:nvPr>
            <p:ph type="body" idx="10" hasCustomPrompt="1"/>
          </p:nvPr>
        </p:nvSpPr>
        <p:spPr>
          <a:xfrm>
            <a:off x="3886200" y="2304288"/>
            <a:ext cx="17830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>
            <a:lvl1pPr marL="0" indent="0" algn="ctr">
              <a:buNone/>
              <a:defRPr sz="920" b="1">
                <a:solidFill>
                  <a:srgbClr val="111827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920" b="1">
                <a:solidFill>
                  <a:srgbClr val="111827"/>
                </a:solidFill>
              </a:rPr>
              <a:t>Milestone headline</a:t>
            </a:r>
            <a:endParaRPr lang="en-US" sz="920"/>
          </a:p>
        </p:txBody>
      </p:sp>
      <p:sp>
        <p:nvSpPr>
          <p:cNvPr id="17" name="Text 15"/>
          <p:cNvSpPr>
            <a:spLocks noGrp="1"/>
          </p:cNvSpPr>
          <p:nvPr>
            <p:ph type="body" idx="11" hasCustomPrompt="1"/>
          </p:nvPr>
        </p:nvSpPr>
        <p:spPr>
          <a:xfrm>
            <a:off x="4315968" y="3063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18" name="Shape 16"/>
          <p:cNvSpPr/>
          <p:nvPr/>
        </p:nvSpPr>
        <p:spPr>
          <a:xfrm>
            <a:off x="6446520" y="1664208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400" y="1719072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>
            <a:spLocks noGrp="1"/>
          </p:cNvSpPr>
          <p:nvPr>
            <p:ph type="body" idx="12" hasCustomPrompt="1"/>
          </p:nvPr>
        </p:nvSpPr>
        <p:spPr>
          <a:xfrm>
            <a:off x="6629400" y="19019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1200" b="1" u="sng">
                <a:solidFill>
                  <a:srgbClr val="7C3AED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 b="1" u="sng">
                <a:solidFill>
                  <a:srgbClr val="7C3AED"/>
                </a:solidFill>
              </a:rPr>
              <a:t>Date</a:t>
            </a:r>
            <a:endParaRPr lang="en-US" sz="1200"/>
          </a:p>
        </p:txBody>
      </p:sp>
      <p:sp>
        <p:nvSpPr>
          <p:cNvPr id="21" name="Text 19"/>
          <p:cNvSpPr>
            <a:spLocks noGrp="1"/>
          </p:cNvSpPr>
          <p:nvPr>
            <p:ph type="body" idx="13" hasCustomPrompt="1"/>
          </p:nvPr>
        </p:nvSpPr>
        <p:spPr>
          <a:xfrm>
            <a:off x="6675120" y="2304288"/>
            <a:ext cx="17830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>
            <a:lvl1pPr marL="0" indent="0" algn="ctr">
              <a:buNone/>
              <a:defRPr sz="920" b="1">
                <a:solidFill>
                  <a:srgbClr val="111827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920" b="1">
                <a:solidFill>
                  <a:srgbClr val="111827"/>
                </a:solidFill>
              </a:rPr>
              <a:t>Milestone headline</a:t>
            </a:r>
            <a:endParaRPr lang="en-US" sz="920"/>
          </a:p>
        </p:txBody>
      </p:sp>
      <p:sp>
        <p:nvSpPr>
          <p:cNvPr id="22" name="Text 20"/>
          <p:cNvSpPr>
            <a:spLocks noGrp="1"/>
          </p:cNvSpPr>
          <p:nvPr>
            <p:ph type="body" idx="14" hasCustomPrompt="1"/>
          </p:nvPr>
        </p:nvSpPr>
        <p:spPr>
          <a:xfrm>
            <a:off x="7104888" y="3063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23" name="Shape 21"/>
          <p:cNvSpPr/>
          <p:nvPr/>
        </p:nvSpPr>
        <p:spPr>
          <a:xfrm>
            <a:off x="9235440" y="1664208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18320" y="1719072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>
            <a:spLocks noGrp="1"/>
          </p:cNvSpPr>
          <p:nvPr>
            <p:ph type="body" idx="15" hasCustomPrompt="1"/>
          </p:nvPr>
        </p:nvSpPr>
        <p:spPr>
          <a:xfrm>
            <a:off x="9418320" y="19019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1200" b="1" u="sng">
                <a:solidFill>
                  <a:srgbClr val="F59E0B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 b="1" u="sng">
                <a:solidFill>
                  <a:srgbClr val="F59E0B"/>
                </a:solidFill>
              </a:rPr>
              <a:t>Date</a:t>
            </a:r>
            <a:endParaRPr lang="en-US" sz="1200"/>
          </a:p>
        </p:txBody>
      </p:sp>
      <p:sp>
        <p:nvSpPr>
          <p:cNvPr id="26" name="Text 24"/>
          <p:cNvSpPr>
            <a:spLocks noGrp="1"/>
          </p:cNvSpPr>
          <p:nvPr>
            <p:ph type="body" idx="16" hasCustomPrompt="1"/>
          </p:nvPr>
        </p:nvSpPr>
        <p:spPr>
          <a:xfrm>
            <a:off x="9464040" y="2304288"/>
            <a:ext cx="17830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>
            <a:lvl1pPr marL="0" indent="0" algn="ctr">
              <a:buNone/>
              <a:defRPr sz="920" b="1">
                <a:solidFill>
                  <a:srgbClr val="111827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920" b="1">
                <a:solidFill>
                  <a:srgbClr val="111827"/>
                </a:solidFill>
              </a:rPr>
              <a:t>Milestone headline</a:t>
            </a:r>
            <a:endParaRPr lang="en-US" sz="920"/>
          </a:p>
        </p:txBody>
      </p:sp>
      <p:sp>
        <p:nvSpPr>
          <p:cNvPr id="27" name="Text 25"/>
          <p:cNvSpPr>
            <a:spLocks noGrp="1"/>
          </p:cNvSpPr>
          <p:nvPr>
            <p:ph type="body" idx="17" hasCustomPrompt="1"/>
          </p:nvPr>
        </p:nvSpPr>
        <p:spPr>
          <a:xfrm>
            <a:off x="9893808" y="3063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28" name="Shape 26"/>
          <p:cNvSpPr/>
          <p:nvPr/>
        </p:nvSpPr>
        <p:spPr>
          <a:xfrm>
            <a:off x="749808" y="41605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9808" y="416052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>
            <a:spLocks noGrp="1"/>
          </p:cNvSpPr>
          <p:nvPr>
            <p:ph type="body" idx="18" hasCustomPrompt="1"/>
          </p:nvPr>
        </p:nvSpPr>
        <p:spPr>
          <a:xfrm>
            <a:off x="950976" y="4325112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15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Callout title</a:t>
            </a:r>
            <a:endParaRPr lang="en-US" sz="1150"/>
          </a:p>
        </p:txBody>
      </p:sp>
      <p:sp>
        <p:nvSpPr>
          <p:cNvPr id="31" name="Text 29"/>
          <p:cNvSpPr>
            <a:spLocks noGrp="1"/>
          </p:cNvSpPr>
          <p:nvPr>
            <p:ph type="body" idx="19" hasCustomPrompt="1"/>
          </p:nvPr>
        </p:nvSpPr>
        <p:spPr>
          <a:xfrm>
            <a:off x="950976" y="4654296"/>
            <a:ext cx="28620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>
              <a:buNone/>
              <a:defRPr sz="88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point.</a:t>
            </a:r>
            <a:endParaRPr lang="en-US" sz="880"/>
          </a:p>
        </p:txBody>
      </p:sp>
      <p:sp>
        <p:nvSpPr>
          <p:cNvPr id="32" name="Text 30"/>
          <p:cNvSpPr>
            <a:spLocks noGrp="1"/>
          </p:cNvSpPr>
          <p:nvPr>
            <p:ph type="body" idx="20" hasCustomPrompt="1"/>
          </p:nvPr>
        </p:nvSpPr>
        <p:spPr>
          <a:xfrm>
            <a:off x="950976" y="5138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33" name="Shape 31"/>
          <p:cNvSpPr/>
          <p:nvPr/>
        </p:nvSpPr>
        <p:spPr>
          <a:xfrm>
            <a:off x="4480560" y="41605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80560" y="416052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>
            <a:spLocks noGrp="1"/>
          </p:cNvSpPr>
          <p:nvPr>
            <p:ph type="body" idx="21" hasCustomPrompt="1"/>
          </p:nvPr>
        </p:nvSpPr>
        <p:spPr>
          <a:xfrm>
            <a:off x="4681728" y="4325112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15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Callout title</a:t>
            </a:r>
            <a:endParaRPr lang="en-US" sz="1150"/>
          </a:p>
        </p:txBody>
      </p:sp>
      <p:sp>
        <p:nvSpPr>
          <p:cNvPr id="36" name="Text 34"/>
          <p:cNvSpPr>
            <a:spLocks noGrp="1"/>
          </p:cNvSpPr>
          <p:nvPr>
            <p:ph type="body" idx="22" hasCustomPrompt="1"/>
          </p:nvPr>
        </p:nvSpPr>
        <p:spPr>
          <a:xfrm>
            <a:off x="4681728" y="4654296"/>
            <a:ext cx="28620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>
              <a:buNone/>
              <a:defRPr sz="88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point.</a:t>
            </a:r>
            <a:endParaRPr lang="en-US" sz="880"/>
          </a:p>
        </p:txBody>
      </p:sp>
      <p:sp>
        <p:nvSpPr>
          <p:cNvPr id="37" name="Text 35"/>
          <p:cNvSpPr>
            <a:spLocks noGrp="1"/>
          </p:cNvSpPr>
          <p:nvPr>
            <p:ph type="body" idx="23" hasCustomPrompt="1"/>
          </p:nvPr>
        </p:nvSpPr>
        <p:spPr>
          <a:xfrm>
            <a:off x="4681728" y="5138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38" name="Shape 36"/>
          <p:cNvSpPr/>
          <p:nvPr/>
        </p:nvSpPr>
        <p:spPr>
          <a:xfrm>
            <a:off x="8211312" y="41605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11312" y="4160520"/>
            <a:ext cx="73152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>
            <a:spLocks noGrp="1"/>
          </p:cNvSpPr>
          <p:nvPr>
            <p:ph type="body" idx="24" hasCustomPrompt="1"/>
          </p:nvPr>
        </p:nvSpPr>
        <p:spPr>
          <a:xfrm>
            <a:off x="8412480" y="4325112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15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Callout title</a:t>
            </a:r>
            <a:endParaRPr lang="en-US" sz="1150"/>
          </a:p>
        </p:txBody>
      </p:sp>
      <p:sp>
        <p:nvSpPr>
          <p:cNvPr id="41" name="Text 39"/>
          <p:cNvSpPr>
            <a:spLocks noGrp="1"/>
          </p:cNvSpPr>
          <p:nvPr>
            <p:ph type="body" idx="25" hasCustomPrompt="1"/>
          </p:nvPr>
        </p:nvSpPr>
        <p:spPr>
          <a:xfrm>
            <a:off x="8412480" y="4654296"/>
            <a:ext cx="28620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>
              <a:buNone/>
              <a:defRPr sz="88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point.</a:t>
            </a:r>
            <a:endParaRPr lang="en-US" sz="880"/>
          </a:p>
        </p:txBody>
      </p:sp>
      <p:sp>
        <p:nvSpPr>
          <p:cNvPr id="42" name="Text 40"/>
          <p:cNvSpPr>
            <a:spLocks noGrp="1"/>
          </p:cNvSpPr>
          <p:nvPr>
            <p:ph type="body" idx="26" hasCustomPrompt="1"/>
          </p:nvPr>
        </p:nvSpPr>
        <p:spPr>
          <a:xfrm>
            <a:off x="8412480" y="5138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ard Gri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" hasCustomPrompt="1"/>
          </p:nvPr>
        </p:nvSpPr>
        <p:spPr>
          <a:xfrm>
            <a:off x="548640" y="3840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850" b="1" kern="0" spc="110">
                <a:solidFill>
                  <a:srgbClr val="0F766E"/>
                </a:solidFill>
              </a:defRPr>
            </a:lvl1pPr>
          </a:lstStyle>
          <a:p>
            <a:pPr marL="0" indent="0">
              <a:buNone/>
            </a:pPr>
            <a:r>
              <a:rPr lang="en-US" sz="850" b="1" kern="0" spc="110">
                <a:solidFill>
                  <a:srgbClr val="0F766E"/>
                </a:solidFill>
              </a:rPr>
              <a:t>SECTION LABEL</a:t>
            </a:r>
            <a:endParaRPr lang="en-US" sz="850"/>
          </a:p>
        </p:txBody>
      </p:sp>
      <p:sp>
        <p:nvSpPr>
          <p:cNvPr id="3" name="Text 1"/>
          <p:cNvSpPr>
            <a:spLocks noGrp="1"/>
          </p:cNvSpPr>
          <p:nvPr>
            <p:ph type="body" idx="2" hasCustomPrompt="1"/>
          </p:nvPr>
        </p:nvSpPr>
        <p:spPr>
          <a:xfrm>
            <a:off x="548640" y="694944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240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</a:rPr>
              <a:t>Headline goes here</a:t>
            </a:r>
            <a:endParaRPr lang="en-US" sz="2400"/>
          </a:p>
        </p:txBody>
      </p:sp>
      <p:sp>
        <p:nvSpPr>
          <p:cNvPr id="4" name="Text 2"/>
          <p:cNvSpPr>
            <a:spLocks noGrp="1"/>
          </p:cNvSpPr>
          <p:nvPr>
            <p:ph type="body" idx="3" hasCustomPrompt="1"/>
          </p:nvPr>
        </p:nvSpPr>
        <p:spPr>
          <a:xfrm>
            <a:off x="566928" y="11704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00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Supporting sentence that frames the slide in one line.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>
            <a:spLocks noGrp="1"/>
          </p:cNvSpPr>
          <p:nvPr>
            <p:ph type="body" idx="4" hasCustomPrompt="1"/>
          </p:nvPr>
        </p:nvSpPr>
        <p:spPr>
          <a:xfrm>
            <a:off x="548640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750">
                <a:solidFill>
                  <a:srgbClr val="64748B"/>
                </a:solidFill>
              </a:defRPr>
            </a:lvl1pPr>
          </a:lstStyle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Presentation title | Subtitle</a:t>
            </a:r>
            <a:endParaRPr lang="en-US" sz="750"/>
          </a:p>
        </p:txBody>
      </p:sp>
      <p:sp>
        <p:nvSpPr>
          <p:cNvPr id="7" name="Text 5"/>
          <p:cNvSpPr>
            <a:spLocks noGrp="1"/>
          </p:cNvSpPr>
          <p:nvPr>
            <p:ph type="body" idx="5" hasCustomPrompt="1"/>
          </p:nvPr>
        </p:nvSpPr>
        <p:spPr>
          <a:xfrm>
            <a:off x="11119104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r">
              <a:buNone/>
              <a:defRPr sz="850" b="1">
                <a:solidFill>
                  <a:srgbClr val="64748B"/>
                </a:solidFill>
              </a:defRPr>
            </a:lvl1pPr>
          </a:lstStyle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</a:rPr>
              <a:t>03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749808" y="1572768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08" y="1572768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>
            <a:spLocks noGrp="1"/>
          </p:cNvSpPr>
          <p:nvPr>
            <p:ph type="body" idx="6" hasCustomPrompt="1"/>
          </p:nvPr>
        </p:nvSpPr>
        <p:spPr>
          <a:xfrm>
            <a:off x="950976" y="1737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15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/>
          </a:p>
        </p:txBody>
      </p:sp>
      <p:sp>
        <p:nvSpPr>
          <p:cNvPr id="11" name="Text 9"/>
          <p:cNvSpPr>
            <a:spLocks noGrp="1"/>
          </p:cNvSpPr>
          <p:nvPr>
            <p:ph type="body" idx="7" hasCustomPrompt="1"/>
          </p:nvPr>
        </p:nvSpPr>
        <p:spPr>
          <a:xfrm>
            <a:off x="950976" y="2066544"/>
            <a:ext cx="2103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>
              <a:buNone/>
              <a:defRPr sz="88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point.</a:t>
            </a:r>
            <a:endParaRPr lang="en-US" sz="880"/>
          </a:p>
        </p:txBody>
      </p:sp>
      <p:sp>
        <p:nvSpPr>
          <p:cNvPr id="12" name="Text 10"/>
          <p:cNvSpPr>
            <a:spLocks noGrp="1"/>
          </p:cNvSpPr>
          <p:nvPr>
            <p:ph type="body" idx="8" hasCustomPrompt="1"/>
          </p:nvPr>
        </p:nvSpPr>
        <p:spPr>
          <a:xfrm>
            <a:off x="950976" y="26883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13" name="Shape 11"/>
          <p:cNvSpPr/>
          <p:nvPr/>
        </p:nvSpPr>
        <p:spPr>
          <a:xfrm>
            <a:off x="3456432" y="1572768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56432" y="1572768"/>
            <a:ext cx="73152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>
            <a:spLocks noGrp="1"/>
          </p:cNvSpPr>
          <p:nvPr>
            <p:ph type="body" idx="9" hasCustomPrompt="1"/>
          </p:nvPr>
        </p:nvSpPr>
        <p:spPr>
          <a:xfrm>
            <a:off x="3657600" y="1737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15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/>
          </a:p>
        </p:txBody>
      </p:sp>
      <p:sp>
        <p:nvSpPr>
          <p:cNvPr id="16" name="Text 14"/>
          <p:cNvSpPr>
            <a:spLocks noGrp="1"/>
          </p:cNvSpPr>
          <p:nvPr>
            <p:ph type="body" idx="10" hasCustomPrompt="1"/>
          </p:nvPr>
        </p:nvSpPr>
        <p:spPr>
          <a:xfrm>
            <a:off x="3657600" y="2066544"/>
            <a:ext cx="2103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>
              <a:buNone/>
              <a:defRPr sz="88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point.</a:t>
            </a:r>
            <a:endParaRPr lang="en-US" sz="880"/>
          </a:p>
        </p:txBody>
      </p:sp>
      <p:sp>
        <p:nvSpPr>
          <p:cNvPr id="17" name="Text 15"/>
          <p:cNvSpPr>
            <a:spLocks noGrp="1"/>
          </p:cNvSpPr>
          <p:nvPr>
            <p:ph type="body" idx="11" hasCustomPrompt="1"/>
          </p:nvPr>
        </p:nvSpPr>
        <p:spPr>
          <a:xfrm>
            <a:off x="3657600" y="26883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18" name="Shape 16"/>
          <p:cNvSpPr/>
          <p:nvPr/>
        </p:nvSpPr>
        <p:spPr>
          <a:xfrm>
            <a:off x="6163056" y="1572768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63056" y="1572768"/>
            <a:ext cx="73152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>
            <a:spLocks noGrp="1"/>
          </p:cNvSpPr>
          <p:nvPr>
            <p:ph type="body" idx="12" hasCustomPrompt="1"/>
          </p:nvPr>
        </p:nvSpPr>
        <p:spPr>
          <a:xfrm>
            <a:off x="6364224" y="1737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15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/>
          </a:p>
        </p:txBody>
      </p:sp>
      <p:sp>
        <p:nvSpPr>
          <p:cNvPr id="21" name="Text 19"/>
          <p:cNvSpPr>
            <a:spLocks noGrp="1"/>
          </p:cNvSpPr>
          <p:nvPr>
            <p:ph type="body" idx="13" hasCustomPrompt="1"/>
          </p:nvPr>
        </p:nvSpPr>
        <p:spPr>
          <a:xfrm>
            <a:off x="6364224" y="2066544"/>
            <a:ext cx="2103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>
              <a:buNone/>
              <a:defRPr sz="88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point.</a:t>
            </a:r>
            <a:endParaRPr lang="en-US" sz="880"/>
          </a:p>
        </p:txBody>
      </p:sp>
      <p:sp>
        <p:nvSpPr>
          <p:cNvPr id="22" name="Text 20"/>
          <p:cNvSpPr>
            <a:spLocks noGrp="1"/>
          </p:cNvSpPr>
          <p:nvPr>
            <p:ph type="body" idx="14" hasCustomPrompt="1"/>
          </p:nvPr>
        </p:nvSpPr>
        <p:spPr>
          <a:xfrm>
            <a:off x="6364224" y="26883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23" name="Shape 21"/>
          <p:cNvSpPr/>
          <p:nvPr/>
        </p:nvSpPr>
        <p:spPr>
          <a:xfrm>
            <a:off x="8869680" y="1572768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869680" y="1572768"/>
            <a:ext cx="73152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>
            <a:spLocks noGrp="1"/>
          </p:cNvSpPr>
          <p:nvPr>
            <p:ph type="body" idx="15" hasCustomPrompt="1"/>
          </p:nvPr>
        </p:nvSpPr>
        <p:spPr>
          <a:xfrm>
            <a:off x="9070848" y="1737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15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/>
          </a:p>
        </p:txBody>
      </p:sp>
      <p:sp>
        <p:nvSpPr>
          <p:cNvPr id="26" name="Text 24"/>
          <p:cNvSpPr>
            <a:spLocks noGrp="1"/>
          </p:cNvSpPr>
          <p:nvPr>
            <p:ph type="body" idx="16" hasCustomPrompt="1"/>
          </p:nvPr>
        </p:nvSpPr>
        <p:spPr>
          <a:xfrm>
            <a:off x="9070848" y="2066544"/>
            <a:ext cx="2103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>
              <a:buNone/>
              <a:defRPr sz="88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point.</a:t>
            </a:r>
            <a:endParaRPr lang="en-US" sz="880"/>
          </a:p>
        </p:txBody>
      </p:sp>
      <p:sp>
        <p:nvSpPr>
          <p:cNvPr id="27" name="Text 25"/>
          <p:cNvSpPr>
            <a:spLocks noGrp="1"/>
          </p:cNvSpPr>
          <p:nvPr>
            <p:ph type="body" idx="17" hasCustomPrompt="1"/>
          </p:nvPr>
        </p:nvSpPr>
        <p:spPr>
          <a:xfrm>
            <a:off x="9070848" y="26883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28" name="Shape 26"/>
          <p:cNvSpPr/>
          <p:nvPr/>
        </p:nvSpPr>
        <p:spPr>
          <a:xfrm>
            <a:off x="1060704" y="3730752"/>
            <a:ext cx="29718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60704" y="3730752"/>
            <a:ext cx="73152" cy="12252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>
            <a:spLocks noGrp="1"/>
          </p:cNvSpPr>
          <p:nvPr>
            <p:ph type="body" idx="18" hasCustomPrompt="1"/>
          </p:nvPr>
        </p:nvSpPr>
        <p:spPr>
          <a:xfrm>
            <a:off x="1261872" y="389534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15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/>
          </a:p>
        </p:txBody>
      </p:sp>
      <p:sp>
        <p:nvSpPr>
          <p:cNvPr id="31" name="Text 29"/>
          <p:cNvSpPr>
            <a:spLocks noGrp="1"/>
          </p:cNvSpPr>
          <p:nvPr>
            <p:ph type="body" idx="19" hasCustomPrompt="1"/>
          </p:nvPr>
        </p:nvSpPr>
        <p:spPr>
          <a:xfrm>
            <a:off x="1261872" y="4224528"/>
            <a:ext cx="258775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>
              <a:buNone/>
              <a:defRPr sz="88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point.</a:t>
            </a:r>
            <a:endParaRPr lang="en-US" sz="880"/>
          </a:p>
        </p:txBody>
      </p:sp>
      <p:sp>
        <p:nvSpPr>
          <p:cNvPr id="32" name="Text 30"/>
          <p:cNvSpPr>
            <a:spLocks noGrp="1"/>
          </p:cNvSpPr>
          <p:nvPr>
            <p:ph type="body" idx="20" hasCustomPrompt="1"/>
          </p:nvPr>
        </p:nvSpPr>
        <p:spPr>
          <a:xfrm>
            <a:off x="1261872" y="4700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33" name="Shape 31"/>
          <p:cNvSpPr/>
          <p:nvPr/>
        </p:nvSpPr>
        <p:spPr>
          <a:xfrm>
            <a:off x="4599432" y="3730752"/>
            <a:ext cx="29718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99432" y="3730752"/>
            <a:ext cx="73152" cy="1225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>
            <a:spLocks noGrp="1"/>
          </p:cNvSpPr>
          <p:nvPr>
            <p:ph type="body" idx="21" hasCustomPrompt="1"/>
          </p:nvPr>
        </p:nvSpPr>
        <p:spPr>
          <a:xfrm>
            <a:off x="4800600" y="389534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15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/>
          </a:p>
        </p:txBody>
      </p:sp>
      <p:sp>
        <p:nvSpPr>
          <p:cNvPr id="36" name="Text 34"/>
          <p:cNvSpPr>
            <a:spLocks noGrp="1"/>
          </p:cNvSpPr>
          <p:nvPr>
            <p:ph type="body" idx="22" hasCustomPrompt="1"/>
          </p:nvPr>
        </p:nvSpPr>
        <p:spPr>
          <a:xfrm>
            <a:off x="4800600" y="4224528"/>
            <a:ext cx="258775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>
              <a:buNone/>
              <a:defRPr sz="88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point.</a:t>
            </a:r>
            <a:endParaRPr lang="en-US" sz="880"/>
          </a:p>
        </p:txBody>
      </p:sp>
      <p:sp>
        <p:nvSpPr>
          <p:cNvPr id="37" name="Text 35"/>
          <p:cNvSpPr>
            <a:spLocks noGrp="1"/>
          </p:cNvSpPr>
          <p:nvPr>
            <p:ph type="body" idx="23" hasCustomPrompt="1"/>
          </p:nvPr>
        </p:nvSpPr>
        <p:spPr>
          <a:xfrm>
            <a:off x="4800600" y="4700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38" name="Shape 36"/>
          <p:cNvSpPr/>
          <p:nvPr/>
        </p:nvSpPr>
        <p:spPr>
          <a:xfrm>
            <a:off x="8138160" y="3730752"/>
            <a:ext cx="29718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138160" y="3730752"/>
            <a:ext cx="73152" cy="1225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>
            <a:spLocks noGrp="1"/>
          </p:cNvSpPr>
          <p:nvPr>
            <p:ph type="body" idx="24" hasCustomPrompt="1"/>
          </p:nvPr>
        </p:nvSpPr>
        <p:spPr>
          <a:xfrm>
            <a:off x="8339328" y="389534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15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/>
          </a:p>
        </p:txBody>
      </p:sp>
      <p:sp>
        <p:nvSpPr>
          <p:cNvPr id="41" name="Text 39"/>
          <p:cNvSpPr>
            <a:spLocks noGrp="1"/>
          </p:cNvSpPr>
          <p:nvPr>
            <p:ph type="body" idx="25" hasCustomPrompt="1"/>
          </p:nvPr>
        </p:nvSpPr>
        <p:spPr>
          <a:xfrm>
            <a:off x="8339328" y="4224528"/>
            <a:ext cx="258775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>
              <a:buNone/>
              <a:defRPr sz="88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point.</a:t>
            </a:r>
            <a:endParaRPr lang="en-US" sz="880"/>
          </a:p>
        </p:txBody>
      </p:sp>
      <p:sp>
        <p:nvSpPr>
          <p:cNvPr id="42" name="Text 40"/>
          <p:cNvSpPr>
            <a:spLocks noGrp="1"/>
          </p:cNvSpPr>
          <p:nvPr>
            <p:ph type="body" idx="26" hasCustomPrompt="1"/>
          </p:nvPr>
        </p:nvSpPr>
        <p:spPr>
          <a:xfrm>
            <a:off x="8339328" y="4700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46" name="Shape 31">
            <a:extLst>
              <a:ext uri="{FF2B5EF4-FFF2-40B4-BE49-F238E27FC236}">
                <a16:creationId xmlns:a16="http://schemas.microsoft.com/office/drawing/2014/main" id="{7BC90531-CF47-5EFA-57FB-C02D9DE0F8DF}"/>
              </a:ext>
            </a:extLst>
          </p:cNvPr>
          <p:cNvSpPr/>
          <p:nvPr/>
        </p:nvSpPr>
        <p:spPr>
          <a:xfrm>
            <a:off x="6364224" y="5111496"/>
            <a:ext cx="29718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32">
            <a:extLst>
              <a:ext uri="{FF2B5EF4-FFF2-40B4-BE49-F238E27FC236}">
                <a16:creationId xmlns:a16="http://schemas.microsoft.com/office/drawing/2014/main" id="{D2D032DF-EF28-B2A3-5130-CF08C08C409A}"/>
              </a:ext>
            </a:extLst>
          </p:cNvPr>
          <p:cNvSpPr/>
          <p:nvPr/>
        </p:nvSpPr>
        <p:spPr>
          <a:xfrm>
            <a:off x="6364224" y="5065776"/>
            <a:ext cx="73152" cy="1225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33">
            <a:extLst>
              <a:ext uri="{FF2B5EF4-FFF2-40B4-BE49-F238E27FC236}">
                <a16:creationId xmlns:a16="http://schemas.microsoft.com/office/drawing/2014/main" id="{7931C962-737C-23BE-51C2-BF7E1DE6D00A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565392" y="5276088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15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Callout title</a:t>
            </a:r>
            <a:endParaRPr lang="en-US" sz="1150"/>
          </a:p>
        </p:txBody>
      </p:sp>
      <p:sp>
        <p:nvSpPr>
          <p:cNvPr id="52" name="Text 34">
            <a:extLst>
              <a:ext uri="{FF2B5EF4-FFF2-40B4-BE49-F238E27FC236}">
                <a16:creationId xmlns:a16="http://schemas.microsoft.com/office/drawing/2014/main" id="{DC85BE87-9A70-8B13-319D-BA87D0DC4131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565392" y="5605272"/>
            <a:ext cx="258775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>
              <a:buNone/>
              <a:defRPr sz="880">
                <a:solidFill>
                  <a:srgbClr val="475569"/>
                </a:solidFill>
              </a:defRPr>
            </a:lvl1pPr>
          </a:lstStyle>
          <a:p>
            <a:r>
              <a:rPr lang="en-US" sz="880">
                <a:solidFill>
                  <a:srgbClr val="475569"/>
                </a:solidFill>
              </a:rPr>
              <a:t>One or two sentences describing this point.</a:t>
            </a:r>
            <a:br>
              <a:rPr lang="en-US" sz="880">
                <a:solidFill>
                  <a:srgbClr val="475569"/>
                </a:solidFill>
              </a:rPr>
            </a:br>
            <a:br>
              <a:rPr lang="en-US" sz="880">
                <a:solidFill>
                  <a:srgbClr val="475569"/>
                </a:solidFill>
              </a:rPr>
            </a:br>
            <a:r>
              <a:rPr lang="en-US" sz="900"/>
              <a:t>Source label</a:t>
            </a:r>
            <a:endParaRPr lang="en-US" sz="88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Rows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" hasCustomPrompt="1"/>
          </p:nvPr>
        </p:nvSpPr>
        <p:spPr>
          <a:xfrm>
            <a:off x="548640" y="3840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850" b="1" kern="0" spc="110">
                <a:solidFill>
                  <a:srgbClr val="0F766E"/>
                </a:solidFill>
              </a:defRPr>
            </a:lvl1pPr>
          </a:lstStyle>
          <a:p>
            <a:pPr marL="0" indent="0">
              <a:buNone/>
            </a:pPr>
            <a:r>
              <a:rPr lang="en-US" sz="850" b="1" kern="0" spc="110">
                <a:solidFill>
                  <a:srgbClr val="0F766E"/>
                </a:solidFill>
              </a:rPr>
              <a:t>SECTION LABEL</a:t>
            </a:r>
            <a:endParaRPr lang="en-US" sz="850"/>
          </a:p>
        </p:txBody>
      </p:sp>
      <p:sp>
        <p:nvSpPr>
          <p:cNvPr id="3" name="Text 1"/>
          <p:cNvSpPr>
            <a:spLocks noGrp="1"/>
          </p:cNvSpPr>
          <p:nvPr>
            <p:ph type="body" idx="2" hasCustomPrompt="1"/>
          </p:nvPr>
        </p:nvSpPr>
        <p:spPr>
          <a:xfrm>
            <a:off x="548640" y="694944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240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</a:rPr>
              <a:t>Headline goes here</a:t>
            </a:r>
            <a:endParaRPr lang="en-US" sz="2400"/>
          </a:p>
        </p:txBody>
      </p:sp>
      <p:sp>
        <p:nvSpPr>
          <p:cNvPr id="4" name="Text 2"/>
          <p:cNvSpPr>
            <a:spLocks noGrp="1"/>
          </p:cNvSpPr>
          <p:nvPr>
            <p:ph type="body" idx="3" hasCustomPrompt="1"/>
          </p:nvPr>
        </p:nvSpPr>
        <p:spPr>
          <a:xfrm>
            <a:off x="566928" y="11704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00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Supporting sentence that frames the slide in one line.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>
            <a:spLocks noGrp="1"/>
          </p:cNvSpPr>
          <p:nvPr>
            <p:ph type="body" idx="4" hasCustomPrompt="1"/>
          </p:nvPr>
        </p:nvSpPr>
        <p:spPr>
          <a:xfrm>
            <a:off x="548640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750">
                <a:solidFill>
                  <a:srgbClr val="64748B"/>
                </a:solidFill>
              </a:defRPr>
            </a:lvl1pPr>
          </a:lstStyle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Presentation title | Subtitle</a:t>
            </a:r>
            <a:endParaRPr lang="en-US" sz="750"/>
          </a:p>
        </p:txBody>
      </p:sp>
      <p:sp>
        <p:nvSpPr>
          <p:cNvPr id="7" name="Text 5"/>
          <p:cNvSpPr>
            <a:spLocks noGrp="1"/>
          </p:cNvSpPr>
          <p:nvPr>
            <p:ph type="body" idx="5" hasCustomPrompt="1"/>
          </p:nvPr>
        </p:nvSpPr>
        <p:spPr>
          <a:xfrm>
            <a:off x="11119104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r">
              <a:buNone/>
              <a:defRPr sz="850" b="1">
                <a:solidFill>
                  <a:srgbClr val="64748B"/>
                </a:solidFill>
              </a:defRPr>
            </a:lvl1pPr>
          </a:lstStyle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</a:rPr>
              <a:t>05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10881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>
            <a:spLocks noGrp="1"/>
          </p:cNvSpPr>
          <p:nvPr>
            <p:ph type="body" idx="6" hasCustomPrompt="1"/>
          </p:nvPr>
        </p:nvSpPr>
        <p:spPr>
          <a:xfrm>
            <a:off x="896112" y="18105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820" b="1">
                <a:solidFill>
                  <a:srgbClr val="0F766E"/>
                </a:solidFill>
              </a:defRPr>
            </a:lvl1pPr>
          </a:lstStyle>
          <a:p>
            <a:pPr marL="0" indent="0">
              <a:buNone/>
            </a:pPr>
            <a:r>
              <a:rPr lang="en-US" sz="820" b="1">
                <a:solidFill>
                  <a:srgbClr val="0F766E"/>
                </a:solidFill>
              </a:rPr>
              <a:t>Column one</a:t>
            </a:r>
            <a:endParaRPr lang="en-US" sz="820"/>
          </a:p>
        </p:txBody>
      </p:sp>
      <p:sp>
        <p:nvSpPr>
          <p:cNvPr id="10" name="Text 8"/>
          <p:cNvSpPr>
            <a:spLocks noGrp="1"/>
          </p:cNvSpPr>
          <p:nvPr>
            <p:ph type="body" idx="7" hasCustomPrompt="1"/>
          </p:nvPr>
        </p:nvSpPr>
        <p:spPr>
          <a:xfrm>
            <a:off x="2834640" y="18105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820" b="1">
                <a:solidFill>
                  <a:srgbClr val="0F766E"/>
                </a:solidFill>
              </a:defRPr>
            </a:lvl1pPr>
          </a:lstStyle>
          <a:p>
            <a:pPr marL="0" indent="0">
              <a:buNone/>
            </a:pPr>
            <a:r>
              <a:rPr lang="en-US" sz="820" b="1">
                <a:solidFill>
                  <a:srgbClr val="0F766E"/>
                </a:solidFill>
              </a:rPr>
              <a:t>Column two</a:t>
            </a:r>
            <a:endParaRPr lang="en-US" sz="820"/>
          </a:p>
        </p:txBody>
      </p:sp>
      <p:sp>
        <p:nvSpPr>
          <p:cNvPr id="11" name="Text 9"/>
          <p:cNvSpPr>
            <a:spLocks noGrp="1"/>
          </p:cNvSpPr>
          <p:nvPr>
            <p:ph type="body" idx="8" hasCustomPrompt="1"/>
          </p:nvPr>
        </p:nvSpPr>
        <p:spPr>
          <a:xfrm>
            <a:off x="6583680" y="18105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820" b="1">
                <a:solidFill>
                  <a:srgbClr val="0F766E"/>
                </a:solidFill>
              </a:defRPr>
            </a:lvl1pPr>
          </a:lstStyle>
          <a:p>
            <a:pPr marL="0" indent="0">
              <a:buNone/>
            </a:pPr>
            <a:r>
              <a:rPr lang="en-US" sz="820" b="1">
                <a:solidFill>
                  <a:srgbClr val="0F766E"/>
                </a:solidFill>
              </a:rPr>
              <a:t>Column three</a:t>
            </a:r>
            <a:endParaRPr lang="en-US" sz="820"/>
          </a:p>
        </p:txBody>
      </p:sp>
      <p:sp>
        <p:nvSpPr>
          <p:cNvPr id="12" name="Text 10"/>
          <p:cNvSpPr>
            <a:spLocks noGrp="1"/>
          </p:cNvSpPr>
          <p:nvPr>
            <p:ph type="body" idx="9" hasCustomPrompt="1"/>
          </p:nvPr>
        </p:nvSpPr>
        <p:spPr>
          <a:xfrm>
            <a:off x="896112" y="215798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02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020" b="1">
                <a:solidFill>
                  <a:srgbClr val="111827"/>
                </a:solidFill>
              </a:rPr>
              <a:t>Row label</a:t>
            </a:r>
            <a:endParaRPr lang="en-US" sz="1020"/>
          </a:p>
        </p:txBody>
      </p:sp>
      <p:sp>
        <p:nvSpPr>
          <p:cNvPr id="13" name="Text 11"/>
          <p:cNvSpPr>
            <a:spLocks noGrp="1"/>
          </p:cNvSpPr>
          <p:nvPr>
            <p:ph type="body" idx="10" hasCustomPrompt="1"/>
          </p:nvPr>
        </p:nvSpPr>
        <p:spPr>
          <a:xfrm>
            <a:off x="2834640" y="2139696"/>
            <a:ext cx="32461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>
            <a:lvl1pPr marL="0" indent="0">
              <a:buNone/>
              <a:defRPr sz="82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Short supporting detail</a:t>
            </a:r>
            <a:endParaRPr lang="en-US" sz="820"/>
          </a:p>
        </p:txBody>
      </p:sp>
      <p:sp>
        <p:nvSpPr>
          <p:cNvPr id="14" name="Text 12"/>
          <p:cNvSpPr>
            <a:spLocks noGrp="1"/>
          </p:cNvSpPr>
          <p:nvPr>
            <p:ph type="body" idx="11" hasCustomPrompt="1"/>
          </p:nvPr>
        </p:nvSpPr>
        <p:spPr>
          <a:xfrm>
            <a:off x="6583680" y="2139696"/>
            <a:ext cx="42793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>
            <a:lvl1pPr marL="0" indent="0">
              <a:buNone/>
              <a:defRPr sz="82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One sentence describing the action or outcome.</a:t>
            </a:r>
            <a:endParaRPr lang="en-US" sz="820"/>
          </a:p>
        </p:txBody>
      </p:sp>
      <p:sp>
        <p:nvSpPr>
          <p:cNvPr id="15" name="Shape 13"/>
          <p:cNvSpPr/>
          <p:nvPr/>
        </p:nvSpPr>
        <p:spPr>
          <a:xfrm>
            <a:off x="896112" y="2679192"/>
            <a:ext cx="1013155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>
            <a:spLocks noGrp="1"/>
          </p:cNvSpPr>
          <p:nvPr>
            <p:ph type="body" idx="12" hasCustomPrompt="1"/>
          </p:nvPr>
        </p:nvSpPr>
        <p:spPr>
          <a:xfrm>
            <a:off x="896112" y="287121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02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020" b="1">
                <a:solidFill>
                  <a:srgbClr val="111827"/>
                </a:solidFill>
              </a:rPr>
              <a:t>Row label</a:t>
            </a:r>
            <a:endParaRPr lang="en-US" sz="1020"/>
          </a:p>
        </p:txBody>
      </p:sp>
      <p:sp>
        <p:nvSpPr>
          <p:cNvPr id="17" name="Text 15"/>
          <p:cNvSpPr>
            <a:spLocks noGrp="1"/>
          </p:cNvSpPr>
          <p:nvPr>
            <p:ph type="body" idx="13" hasCustomPrompt="1"/>
          </p:nvPr>
        </p:nvSpPr>
        <p:spPr>
          <a:xfrm>
            <a:off x="2834640" y="2852928"/>
            <a:ext cx="32461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>
            <a:lvl1pPr marL="0" indent="0">
              <a:buNone/>
              <a:defRPr sz="82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Short supporting detail</a:t>
            </a:r>
            <a:endParaRPr lang="en-US" sz="820"/>
          </a:p>
        </p:txBody>
      </p:sp>
      <p:sp>
        <p:nvSpPr>
          <p:cNvPr id="18" name="Text 16"/>
          <p:cNvSpPr>
            <a:spLocks noGrp="1"/>
          </p:cNvSpPr>
          <p:nvPr>
            <p:ph type="body" idx="14" hasCustomPrompt="1"/>
          </p:nvPr>
        </p:nvSpPr>
        <p:spPr>
          <a:xfrm>
            <a:off x="6583680" y="2852928"/>
            <a:ext cx="42793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>
            <a:lvl1pPr marL="0" indent="0">
              <a:buNone/>
              <a:defRPr sz="82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One sentence describing the action or outcome.</a:t>
            </a:r>
            <a:endParaRPr lang="en-US" sz="820"/>
          </a:p>
        </p:txBody>
      </p:sp>
      <p:sp>
        <p:nvSpPr>
          <p:cNvPr id="19" name="Shape 17"/>
          <p:cNvSpPr/>
          <p:nvPr/>
        </p:nvSpPr>
        <p:spPr>
          <a:xfrm>
            <a:off x="896112" y="3392424"/>
            <a:ext cx="1013155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>
            <a:spLocks noGrp="1"/>
          </p:cNvSpPr>
          <p:nvPr>
            <p:ph type="body" idx="15" hasCustomPrompt="1"/>
          </p:nvPr>
        </p:nvSpPr>
        <p:spPr>
          <a:xfrm>
            <a:off x="896112" y="35844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02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020" b="1">
                <a:solidFill>
                  <a:srgbClr val="111827"/>
                </a:solidFill>
              </a:rPr>
              <a:t>Row label</a:t>
            </a:r>
            <a:endParaRPr lang="en-US" sz="1020"/>
          </a:p>
        </p:txBody>
      </p:sp>
      <p:sp>
        <p:nvSpPr>
          <p:cNvPr id="21" name="Text 19"/>
          <p:cNvSpPr>
            <a:spLocks noGrp="1"/>
          </p:cNvSpPr>
          <p:nvPr>
            <p:ph type="body" idx="16" hasCustomPrompt="1"/>
          </p:nvPr>
        </p:nvSpPr>
        <p:spPr>
          <a:xfrm>
            <a:off x="2834640" y="3566160"/>
            <a:ext cx="32461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>
            <a:lvl1pPr marL="0" indent="0">
              <a:buNone/>
              <a:defRPr sz="82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Short supporting detail</a:t>
            </a:r>
            <a:endParaRPr lang="en-US" sz="820"/>
          </a:p>
        </p:txBody>
      </p:sp>
      <p:sp>
        <p:nvSpPr>
          <p:cNvPr id="22" name="Text 20"/>
          <p:cNvSpPr>
            <a:spLocks noGrp="1"/>
          </p:cNvSpPr>
          <p:nvPr>
            <p:ph type="body" idx="17" hasCustomPrompt="1"/>
          </p:nvPr>
        </p:nvSpPr>
        <p:spPr>
          <a:xfrm>
            <a:off x="6583680" y="3566160"/>
            <a:ext cx="42793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>
            <a:lvl1pPr marL="0" indent="0">
              <a:buNone/>
              <a:defRPr sz="82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One sentence describing the action or outcome.</a:t>
            </a:r>
            <a:endParaRPr lang="en-US" sz="820"/>
          </a:p>
        </p:txBody>
      </p:sp>
      <p:sp>
        <p:nvSpPr>
          <p:cNvPr id="23" name="Shape 21"/>
          <p:cNvSpPr/>
          <p:nvPr/>
        </p:nvSpPr>
        <p:spPr>
          <a:xfrm>
            <a:off x="896112" y="4105656"/>
            <a:ext cx="1013155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>
            <a:spLocks noGrp="1"/>
          </p:cNvSpPr>
          <p:nvPr>
            <p:ph type="body" idx="18" hasCustomPrompt="1"/>
          </p:nvPr>
        </p:nvSpPr>
        <p:spPr>
          <a:xfrm>
            <a:off x="896112" y="42976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02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020" b="1">
                <a:solidFill>
                  <a:srgbClr val="111827"/>
                </a:solidFill>
              </a:rPr>
              <a:t>Row label</a:t>
            </a:r>
            <a:endParaRPr lang="en-US" sz="1020"/>
          </a:p>
        </p:txBody>
      </p:sp>
      <p:sp>
        <p:nvSpPr>
          <p:cNvPr id="25" name="Text 23"/>
          <p:cNvSpPr>
            <a:spLocks noGrp="1"/>
          </p:cNvSpPr>
          <p:nvPr>
            <p:ph type="body" idx="19" hasCustomPrompt="1"/>
          </p:nvPr>
        </p:nvSpPr>
        <p:spPr>
          <a:xfrm>
            <a:off x="2834640" y="4279392"/>
            <a:ext cx="32461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>
            <a:lvl1pPr marL="0" indent="0">
              <a:buNone/>
              <a:defRPr sz="82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Short supporting detail</a:t>
            </a:r>
            <a:endParaRPr lang="en-US" sz="820"/>
          </a:p>
        </p:txBody>
      </p:sp>
      <p:sp>
        <p:nvSpPr>
          <p:cNvPr id="26" name="Text 24"/>
          <p:cNvSpPr>
            <a:spLocks noGrp="1"/>
          </p:cNvSpPr>
          <p:nvPr>
            <p:ph type="body" idx="20" hasCustomPrompt="1"/>
          </p:nvPr>
        </p:nvSpPr>
        <p:spPr>
          <a:xfrm>
            <a:off x="6583680" y="4279392"/>
            <a:ext cx="42793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>
            <a:lvl1pPr marL="0" indent="0">
              <a:buNone/>
              <a:defRPr sz="82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One sentence describing the action or outcome.</a:t>
            </a:r>
            <a:endParaRPr lang="en-US" sz="820"/>
          </a:p>
        </p:txBody>
      </p:sp>
      <p:sp>
        <p:nvSpPr>
          <p:cNvPr id="27" name="Shape 25"/>
          <p:cNvSpPr/>
          <p:nvPr/>
        </p:nvSpPr>
        <p:spPr>
          <a:xfrm>
            <a:off x="896112" y="4818888"/>
            <a:ext cx="1013155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>
            <a:spLocks noGrp="1"/>
          </p:cNvSpPr>
          <p:nvPr>
            <p:ph type="body" idx="21" hasCustomPrompt="1"/>
          </p:nvPr>
        </p:nvSpPr>
        <p:spPr>
          <a:xfrm>
            <a:off x="896112" y="50109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02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020" b="1">
                <a:solidFill>
                  <a:srgbClr val="111827"/>
                </a:solidFill>
              </a:rPr>
              <a:t>Row label</a:t>
            </a:r>
            <a:endParaRPr lang="en-US" sz="1020"/>
          </a:p>
        </p:txBody>
      </p:sp>
      <p:sp>
        <p:nvSpPr>
          <p:cNvPr id="29" name="Text 27"/>
          <p:cNvSpPr>
            <a:spLocks noGrp="1"/>
          </p:cNvSpPr>
          <p:nvPr>
            <p:ph type="body" idx="22" hasCustomPrompt="1"/>
          </p:nvPr>
        </p:nvSpPr>
        <p:spPr>
          <a:xfrm>
            <a:off x="2834640" y="4992624"/>
            <a:ext cx="32461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>
            <a:lvl1pPr marL="0" indent="0">
              <a:buNone/>
              <a:defRPr sz="82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Short supporting detail</a:t>
            </a:r>
            <a:endParaRPr lang="en-US" sz="820"/>
          </a:p>
        </p:txBody>
      </p:sp>
      <p:sp>
        <p:nvSpPr>
          <p:cNvPr id="30" name="Text 28"/>
          <p:cNvSpPr>
            <a:spLocks noGrp="1"/>
          </p:cNvSpPr>
          <p:nvPr>
            <p:ph type="body" idx="23" hasCustomPrompt="1"/>
          </p:nvPr>
        </p:nvSpPr>
        <p:spPr>
          <a:xfrm>
            <a:off x="6583680" y="4992624"/>
            <a:ext cx="42793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>
            <a:lvl1pPr marL="0" indent="0">
              <a:buNone/>
              <a:defRPr sz="82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One sentence describing the action or outcome.</a:t>
            </a:r>
            <a:endParaRPr lang="en-US" sz="820"/>
          </a:p>
        </p:txBody>
      </p:sp>
      <p:sp>
        <p:nvSpPr>
          <p:cNvPr id="31" name="Text 29"/>
          <p:cNvSpPr>
            <a:spLocks noGrp="1"/>
          </p:cNvSpPr>
          <p:nvPr>
            <p:ph type="body" idx="24" hasCustomPrompt="1"/>
          </p:nvPr>
        </p:nvSpPr>
        <p:spPr>
          <a:xfrm>
            <a:off x="896112" y="56967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Sources: add source note</a:t>
            </a:r>
            <a:endParaRPr lang="en-US" sz="72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Step Process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" hasCustomPrompt="1"/>
          </p:nvPr>
        </p:nvSpPr>
        <p:spPr>
          <a:xfrm>
            <a:off x="548640" y="3840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850" b="1" kern="0" spc="110">
                <a:solidFill>
                  <a:srgbClr val="0F766E"/>
                </a:solidFill>
              </a:defRPr>
            </a:lvl1pPr>
          </a:lstStyle>
          <a:p>
            <a:pPr marL="0" indent="0">
              <a:buNone/>
            </a:pPr>
            <a:r>
              <a:rPr lang="en-US" sz="850" b="1" kern="0" spc="110">
                <a:solidFill>
                  <a:srgbClr val="0F766E"/>
                </a:solidFill>
              </a:rPr>
              <a:t>SECTION LABEL</a:t>
            </a:r>
            <a:endParaRPr lang="en-US" sz="850"/>
          </a:p>
        </p:txBody>
      </p:sp>
      <p:sp>
        <p:nvSpPr>
          <p:cNvPr id="3" name="Text 1"/>
          <p:cNvSpPr>
            <a:spLocks noGrp="1"/>
          </p:cNvSpPr>
          <p:nvPr>
            <p:ph type="body" idx="2" hasCustomPrompt="1"/>
          </p:nvPr>
        </p:nvSpPr>
        <p:spPr>
          <a:xfrm>
            <a:off x="548640" y="694944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240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</a:rPr>
              <a:t>Headline goes here</a:t>
            </a:r>
            <a:endParaRPr lang="en-US" sz="2400"/>
          </a:p>
        </p:txBody>
      </p:sp>
      <p:sp>
        <p:nvSpPr>
          <p:cNvPr id="4" name="Text 2"/>
          <p:cNvSpPr>
            <a:spLocks noGrp="1"/>
          </p:cNvSpPr>
          <p:nvPr>
            <p:ph type="body" idx="3" hasCustomPrompt="1"/>
          </p:nvPr>
        </p:nvSpPr>
        <p:spPr>
          <a:xfrm>
            <a:off x="566928" y="11704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00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Supporting sentence that frames the slide in one line.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>
            <a:spLocks noGrp="1"/>
          </p:cNvSpPr>
          <p:nvPr>
            <p:ph type="body" idx="4" hasCustomPrompt="1"/>
          </p:nvPr>
        </p:nvSpPr>
        <p:spPr>
          <a:xfrm>
            <a:off x="548640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750">
                <a:solidFill>
                  <a:srgbClr val="64748B"/>
                </a:solidFill>
              </a:defRPr>
            </a:lvl1pPr>
          </a:lstStyle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Presentation title | Subtitle</a:t>
            </a:r>
            <a:endParaRPr lang="en-US" sz="750"/>
          </a:p>
        </p:txBody>
      </p:sp>
      <p:sp>
        <p:nvSpPr>
          <p:cNvPr id="7" name="Text 5"/>
          <p:cNvSpPr>
            <a:spLocks noGrp="1"/>
          </p:cNvSpPr>
          <p:nvPr>
            <p:ph type="body" idx="5" hasCustomPrompt="1"/>
          </p:nvPr>
        </p:nvSpPr>
        <p:spPr>
          <a:xfrm>
            <a:off x="11119104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r">
              <a:buNone/>
              <a:defRPr sz="850" b="1">
                <a:solidFill>
                  <a:srgbClr val="64748B"/>
                </a:solidFill>
              </a:defRPr>
            </a:lvl1pPr>
          </a:lstStyle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</a:rPr>
              <a:t>06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3440" y="1920240"/>
            <a:ext cx="658368" cy="6583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>
            <a:spLocks noGrp="1"/>
          </p:cNvSpPr>
          <p:nvPr>
            <p:ph type="body" idx="6" hasCustomPrompt="1"/>
          </p:nvPr>
        </p:nvSpPr>
        <p:spPr>
          <a:xfrm>
            <a:off x="853440" y="208483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880" b="1" u="sng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880" b="1" u="sng">
                <a:solidFill>
                  <a:srgbClr val="FFFFFF"/>
                </a:solidFill>
              </a:rPr>
              <a:t>1</a:t>
            </a:r>
            <a:endParaRPr lang="en-US" sz="880"/>
          </a:p>
        </p:txBody>
      </p:sp>
      <p:sp>
        <p:nvSpPr>
          <p:cNvPr id="11" name="Text 9"/>
          <p:cNvSpPr>
            <a:spLocks noGrp="1"/>
          </p:cNvSpPr>
          <p:nvPr>
            <p:ph type="body" idx="7" hasCustomPrompt="1"/>
          </p:nvPr>
        </p:nvSpPr>
        <p:spPr>
          <a:xfrm>
            <a:off x="950976" y="212140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1320" b="1">
                <a:solidFill>
                  <a:srgbClr val="111827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320" b="1">
                <a:solidFill>
                  <a:srgbClr val="111827"/>
                </a:solidFill>
              </a:rPr>
              <a:t>Step one</a:t>
            </a:r>
            <a:endParaRPr lang="en-US" sz="1320"/>
          </a:p>
        </p:txBody>
      </p:sp>
      <p:sp>
        <p:nvSpPr>
          <p:cNvPr id="12" name="Text 10"/>
          <p:cNvSpPr>
            <a:spLocks noGrp="1"/>
          </p:cNvSpPr>
          <p:nvPr>
            <p:ph type="body" idx="8" hasCustomPrompt="1"/>
          </p:nvPr>
        </p:nvSpPr>
        <p:spPr>
          <a:xfrm>
            <a:off x="969264" y="2596896"/>
            <a:ext cx="1901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 algn="ctr">
              <a:buNone/>
              <a:defRPr sz="840">
                <a:solidFill>
                  <a:srgbClr val="475569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840">
                <a:solidFill>
                  <a:srgbClr val="475569"/>
                </a:solidFill>
              </a:rPr>
              <a:t>One sentence describing this step.</a:t>
            </a:r>
            <a:endParaRPr lang="en-US" sz="840"/>
          </a:p>
        </p:txBody>
      </p:sp>
      <p:sp>
        <p:nvSpPr>
          <p:cNvPr id="13" name="Text 11"/>
          <p:cNvSpPr>
            <a:spLocks noGrp="1"/>
          </p:cNvSpPr>
          <p:nvPr>
            <p:ph type="body" idx="9" hasCustomPrompt="1"/>
          </p:nvPr>
        </p:nvSpPr>
        <p:spPr>
          <a:xfrm>
            <a:off x="1536192" y="379476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14" name="Shape 12"/>
          <p:cNvSpPr/>
          <p:nvPr/>
        </p:nvSpPr>
        <p:spPr>
          <a:xfrm>
            <a:off x="3566160" y="1828800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71316" y="1920240"/>
            <a:ext cx="658368" cy="6583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>
            <a:spLocks noGrp="1"/>
          </p:cNvSpPr>
          <p:nvPr>
            <p:ph type="body" idx="10" hasCustomPrompt="1"/>
          </p:nvPr>
        </p:nvSpPr>
        <p:spPr>
          <a:xfrm>
            <a:off x="3671316" y="208483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880" b="1" u="sng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880" b="1" u="sng">
                <a:solidFill>
                  <a:srgbClr val="FFFFFF"/>
                </a:solidFill>
              </a:rPr>
              <a:t>2</a:t>
            </a:r>
            <a:endParaRPr lang="en-US" sz="880"/>
          </a:p>
        </p:txBody>
      </p:sp>
      <p:sp>
        <p:nvSpPr>
          <p:cNvPr id="17" name="Text 15"/>
          <p:cNvSpPr>
            <a:spLocks noGrp="1"/>
          </p:cNvSpPr>
          <p:nvPr>
            <p:ph type="body" idx="11" hasCustomPrompt="1"/>
          </p:nvPr>
        </p:nvSpPr>
        <p:spPr>
          <a:xfrm>
            <a:off x="3767328" y="212140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1320" b="1">
                <a:solidFill>
                  <a:srgbClr val="111827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320" b="1">
                <a:solidFill>
                  <a:srgbClr val="111827"/>
                </a:solidFill>
              </a:rPr>
              <a:t>Step two</a:t>
            </a:r>
            <a:endParaRPr lang="en-US" sz="1320"/>
          </a:p>
        </p:txBody>
      </p:sp>
      <p:sp>
        <p:nvSpPr>
          <p:cNvPr id="18" name="Text 16"/>
          <p:cNvSpPr>
            <a:spLocks noGrp="1"/>
          </p:cNvSpPr>
          <p:nvPr>
            <p:ph type="body" idx="12" hasCustomPrompt="1"/>
          </p:nvPr>
        </p:nvSpPr>
        <p:spPr>
          <a:xfrm>
            <a:off x="3785616" y="2596896"/>
            <a:ext cx="1901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 algn="ctr">
              <a:buNone/>
              <a:defRPr sz="840">
                <a:solidFill>
                  <a:srgbClr val="475569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840">
                <a:solidFill>
                  <a:srgbClr val="475569"/>
                </a:solidFill>
              </a:rPr>
              <a:t>One sentence describing this step.</a:t>
            </a:r>
            <a:endParaRPr lang="en-US" sz="840"/>
          </a:p>
        </p:txBody>
      </p:sp>
      <p:sp>
        <p:nvSpPr>
          <p:cNvPr id="19" name="Text 17"/>
          <p:cNvSpPr>
            <a:spLocks noGrp="1"/>
          </p:cNvSpPr>
          <p:nvPr>
            <p:ph type="body" idx="13" hasCustomPrompt="1"/>
          </p:nvPr>
        </p:nvSpPr>
        <p:spPr>
          <a:xfrm>
            <a:off x="4352544" y="379476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20" name="Shape 18"/>
          <p:cNvSpPr/>
          <p:nvPr/>
        </p:nvSpPr>
        <p:spPr>
          <a:xfrm>
            <a:off x="6382512" y="1828800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87668" y="1920240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>
            <a:spLocks noGrp="1"/>
          </p:cNvSpPr>
          <p:nvPr>
            <p:ph type="body" idx="14" hasCustomPrompt="1"/>
          </p:nvPr>
        </p:nvSpPr>
        <p:spPr>
          <a:xfrm>
            <a:off x="6487668" y="208483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880" b="1" u="sng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880" b="1" u="sng">
                <a:solidFill>
                  <a:srgbClr val="FFFFFF"/>
                </a:solidFill>
              </a:rPr>
              <a:t>3</a:t>
            </a:r>
            <a:endParaRPr lang="en-US" sz="880"/>
          </a:p>
        </p:txBody>
      </p:sp>
      <p:sp>
        <p:nvSpPr>
          <p:cNvPr id="23" name="Text 21"/>
          <p:cNvSpPr>
            <a:spLocks noGrp="1"/>
          </p:cNvSpPr>
          <p:nvPr>
            <p:ph type="body" idx="15" hasCustomPrompt="1"/>
          </p:nvPr>
        </p:nvSpPr>
        <p:spPr>
          <a:xfrm>
            <a:off x="6583680" y="212140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1320" b="1">
                <a:solidFill>
                  <a:srgbClr val="111827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320" b="1">
                <a:solidFill>
                  <a:srgbClr val="111827"/>
                </a:solidFill>
              </a:rPr>
              <a:t>Step three</a:t>
            </a:r>
            <a:endParaRPr lang="en-US" sz="1320"/>
          </a:p>
        </p:txBody>
      </p:sp>
      <p:sp>
        <p:nvSpPr>
          <p:cNvPr id="24" name="Text 22"/>
          <p:cNvSpPr>
            <a:spLocks noGrp="1"/>
          </p:cNvSpPr>
          <p:nvPr>
            <p:ph type="body" idx="16" hasCustomPrompt="1"/>
          </p:nvPr>
        </p:nvSpPr>
        <p:spPr>
          <a:xfrm>
            <a:off x="6601968" y="2596896"/>
            <a:ext cx="1901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 algn="ctr">
              <a:buNone/>
              <a:defRPr sz="840">
                <a:solidFill>
                  <a:srgbClr val="475569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840">
                <a:solidFill>
                  <a:srgbClr val="475569"/>
                </a:solidFill>
              </a:rPr>
              <a:t>One sentence describing this step.</a:t>
            </a:r>
            <a:endParaRPr lang="en-US" sz="840"/>
          </a:p>
        </p:txBody>
      </p:sp>
      <p:sp>
        <p:nvSpPr>
          <p:cNvPr id="25" name="Text 23"/>
          <p:cNvSpPr>
            <a:spLocks noGrp="1"/>
          </p:cNvSpPr>
          <p:nvPr>
            <p:ph type="body" idx="17" hasCustomPrompt="1"/>
          </p:nvPr>
        </p:nvSpPr>
        <p:spPr>
          <a:xfrm>
            <a:off x="7168896" y="379476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26" name="Shape 24"/>
          <p:cNvSpPr/>
          <p:nvPr/>
        </p:nvSpPr>
        <p:spPr>
          <a:xfrm>
            <a:off x="9198864" y="1828800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291828" y="192024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>
            <a:spLocks noGrp="1"/>
          </p:cNvSpPr>
          <p:nvPr>
            <p:ph type="body" idx="18" hasCustomPrompt="1"/>
          </p:nvPr>
        </p:nvSpPr>
        <p:spPr>
          <a:xfrm>
            <a:off x="9291828" y="208483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880" b="1" u="sng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880" b="1" u="sng">
                <a:solidFill>
                  <a:srgbClr val="FFFFFF"/>
                </a:solidFill>
              </a:rPr>
              <a:t>4</a:t>
            </a:r>
            <a:endParaRPr lang="en-US" sz="880"/>
          </a:p>
        </p:txBody>
      </p:sp>
      <p:sp>
        <p:nvSpPr>
          <p:cNvPr id="29" name="Text 27"/>
          <p:cNvSpPr>
            <a:spLocks noGrp="1"/>
          </p:cNvSpPr>
          <p:nvPr>
            <p:ph type="body" idx="19" hasCustomPrompt="1"/>
          </p:nvPr>
        </p:nvSpPr>
        <p:spPr>
          <a:xfrm>
            <a:off x="9400032" y="212140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1320" b="1">
                <a:solidFill>
                  <a:srgbClr val="111827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320" b="1">
                <a:solidFill>
                  <a:srgbClr val="111827"/>
                </a:solidFill>
              </a:rPr>
              <a:t>Step four</a:t>
            </a:r>
            <a:endParaRPr lang="en-US" sz="1320"/>
          </a:p>
        </p:txBody>
      </p:sp>
      <p:sp>
        <p:nvSpPr>
          <p:cNvPr id="30" name="Text 28"/>
          <p:cNvSpPr>
            <a:spLocks noGrp="1"/>
          </p:cNvSpPr>
          <p:nvPr>
            <p:ph type="body" idx="20" hasCustomPrompt="1"/>
          </p:nvPr>
        </p:nvSpPr>
        <p:spPr>
          <a:xfrm>
            <a:off x="9418320" y="2596896"/>
            <a:ext cx="1901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 algn="ctr">
              <a:buNone/>
              <a:defRPr sz="840">
                <a:solidFill>
                  <a:srgbClr val="475569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840">
                <a:solidFill>
                  <a:srgbClr val="475569"/>
                </a:solidFill>
              </a:rPr>
              <a:t>One sentence describing this step.</a:t>
            </a:r>
            <a:endParaRPr lang="en-US" sz="840"/>
          </a:p>
        </p:txBody>
      </p:sp>
      <p:sp>
        <p:nvSpPr>
          <p:cNvPr id="31" name="Text 29"/>
          <p:cNvSpPr>
            <a:spLocks noGrp="1"/>
          </p:cNvSpPr>
          <p:nvPr>
            <p:ph type="body" idx="21" hasCustomPrompt="1"/>
          </p:nvPr>
        </p:nvSpPr>
        <p:spPr>
          <a:xfrm>
            <a:off x="9985248" y="379476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  <p:sp>
        <p:nvSpPr>
          <p:cNvPr id="32" name="Shape 30"/>
          <p:cNvSpPr/>
          <p:nvPr/>
        </p:nvSpPr>
        <p:spPr>
          <a:xfrm>
            <a:off x="1024128" y="4754880"/>
            <a:ext cx="10149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24128" y="4754880"/>
            <a:ext cx="73152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>
            <a:spLocks noGrp="1"/>
          </p:cNvSpPr>
          <p:nvPr>
            <p:ph type="body" idx="22" hasCustomPrompt="1"/>
          </p:nvPr>
        </p:nvSpPr>
        <p:spPr>
          <a:xfrm>
            <a:off x="1225296" y="4919472"/>
            <a:ext cx="9765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12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120" b="1">
                <a:solidFill>
                  <a:srgbClr val="111827"/>
                </a:solidFill>
              </a:rPr>
              <a:t>Recommended move</a:t>
            </a:r>
            <a:endParaRPr lang="en-US" sz="1120"/>
          </a:p>
        </p:txBody>
      </p:sp>
      <p:sp>
        <p:nvSpPr>
          <p:cNvPr id="35" name="Text 33"/>
          <p:cNvSpPr>
            <a:spLocks noGrp="1"/>
          </p:cNvSpPr>
          <p:nvPr>
            <p:ph type="body" idx="23" hasCustomPrompt="1"/>
          </p:nvPr>
        </p:nvSpPr>
        <p:spPr>
          <a:xfrm>
            <a:off x="1225296" y="5248656"/>
            <a:ext cx="97657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indent="0">
              <a:buNone/>
              <a:defRPr sz="100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One or two sentences describing the recommendation and what it unlocks.</a:t>
            </a:r>
            <a:endParaRPr lang="en-US" sz="1000"/>
          </a:p>
        </p:txBody>
      </p:sp>
      <p:sp>
        <p:nvSpPr>
          <p:cNvPr id="36" name="Text 34"/>
          <p:cNvSpPr>
            <a:spLocks noGrp="1"/>
          </p:cNvSpPr>
          <p:nvPr>
            <p:ph type="body" idx="24" hasCustomPrompt="1"/>
          </p:nvPr>
        </p:nvSpPr>
        <p:spPr>
          <a:xfrm>
            <a:off x="9491472" y="55046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 Action Lis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" hasCustomPrompt="1"/>
          </p:nvPr>
        </p:nvSpPr>
        <p:spPr>
          <a:xfrm>
            <a:off x="548640" y="3840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850" b="1" kern="0" spc="110">
                <a:solidFill>
                  <a:srgbClr val="0F766E"/>
                </a:solidFill>
              </a:defRPr>
            </a:lvl1pPr>
          </a:lstStyle>
          <a:p>
            <a:pPr marL="0" indent="0">
              <a:buNone/>
            </a:pPr>
            <a:r>
              <a:rPr lang="en-US" sz="850" b="1" kern="0" spc="110">
                <a:solidFill>
                  <a:srgbClr val="0F766E"/>
                </a:solidFill>
              </a:rPr>
              <a:t>SECTION LABEL</a:t>
            </a:r>
            <a:endParaRPr lang="en-US" sz="850"/>
          </a:p>
        </p:txBody>
      </p:sp>
      <p:sp>
        <p:nvSpPr>
          <p:cNvPr id="3" name="Text 1"/>
          <p:cNvSpPr>
            <a:spLocks noGrp="1"/>
          </p:cNvSpPr>
          <p:nvPr>
            <p:ph type="body" idx="2" hasCustomPrompt="1"/>
          </p:nvPr>
        </p:nvSpPr>
        <p:spPr>
          <a:xfrm>
            <a:off x="548640" y="694944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240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</a:rPr>
              <a:t>Headline goes here</a:t>
            </a:r>
            <a:endParaRPr lang="en-US" sz="2400"/>
          </a:p>
        </p:txBody>
      </p:sp>
      <p:sp>
        <p:nvSpPr>
          <p:cNvPr id="4" name="Text 2"/>
          <p:cNvSpPr>
            <a:spLocks noGrp="1"/>
          </p:cNvSpPr>
          <p:nvPr>
            <p:ph type="body" idx="3" hasCustomPrompt="1"/>
          </p:nvPr>
        </p:nvSpPr>
        <p:spPr>
          <a:xfrm>
            <a:off x="566928" y="11704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00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Supporting sentence that frames the slide in one line.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>
            <a:spLocks noGrp="1"/>
          </p:cNvSpPr>
          <p:nvPr>
            <p:ph type="body" idx="4" hasCustomPrompt="1"/>
          </p:nvPr>
        </p:nvSpPr>
        <p:spPr>
          <a:xfrm>
            <a:off x="548640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750">
                <a:solidFill>
                  <a:srgbClr val="64748B"/>
                </a:solidFill>
              </a:defRPr>
            </a:lvl1pPr>
          </a:lstStyle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Presentation title | Subtitle</a:t>
            </a:r>
            <a:endParaRPr lang="en-US" sz="750"/>
          </a:p>
        </p:txBody>
      </p:sp>
      <p:sp>
        <p:nvSpPr>
          <p:cNvPr id="7" name="Text 5"/>
          <p:cNvSpPr>
            <a:spLocks noGrp="1"/>
          </p:cNvSpPr>
          <p:nvPr>
            <p:ph type="body" idx="5" hasCustomPrompt="1"/>
          </p:nvPr>
        </p:nvSpPr>
        <p:spPr>
          <a:xfrm>
            <a:off x="11119104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r">
              <a:buNone/>
              <a:defRPr sz="850" b="1">
                <a:solidFill>
                  <a:srgbClr val="64748B"/>
                </a:solidFill>
              </a:defRPr>
            </a:lvl1pPr>
          </a:lstStyle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</a:rPr>
              <a:t>07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822960" y="1517904"/>
            <a:ext cx="475488" cy="47548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>
            <a:spLocks noGrp="1"/>
          </p:cNvSpPr>
          <p:nvPr>
            <p:ph type="body" idx="6" hasCustomPrompt="1"/>
          </p:nvPr>
        </p:nvSpPr>
        <p:spPr>
          <a:xfrm>
            <a:off x="822960" y="16459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750" b="1" u="sng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50" b="1" u="sng">
                <a:solidFill>
                  <a:srgbClr val="FFFFFF"/>
                </a:solidFill>
              </a:rPr>
              <a:t>1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1481328" y="1481328"/>
            <a:ext cx="97840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>
            <a:spLocks noGrp="1"/>
          </p:cNvSpPr>
          <p:nvPr>
            <p:ph type="body" idx="7" hasCustomPrompt="1"/>
          </p:nvPr>
        </p:nvSpPr>
        <p:spPr>
          <a:xfrm>
            <a:off x="1719072" y="163677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indent="0">
              <a:buNone/>
              <a:defRPr sz="1020" b="1" u="sng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020" b="1" u="sng">
                <a:solidFill>
                  <a:srgbClr val="111827"/>
                </a:solidFill>
              </a:rPr>
              <a:t>Action title</a:t>
            </a:r>
            <a:endParaRPr lang="en-US" sz="1020"/>
          </a:p>
        </p:txBody>
      </p:sp>
      <p:sp>
        <p:nvSpPr>
          <p:cNvPr id="12" name="Text 10"/>
          <p:cNvSpPr>
            <a:spLocks noGrp="1"/>
          </p:cNvSpPr>
          <p:nvPr>
            <p:ph type="body" idx="8" hasCustomPrompt="1"/>
          </p:nvPr>
        </p:nvSpPr>
        <p:spPr>
          <a:xfrm>
            <a:off x="4224528" y="1618488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86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60">
                <a:solidFill>
                  <a:srgbClr val="475569"/>
                </a:solidFill>
              </a:rPr>
              <a:t>One sentence describing the action and its owner or scope.</a:t>
            </a:r>
            <a:endParaRPr lang="en-US" sz="860"/>
          </a:p>
        </p:txBody>
      </p:sp>
      <p:sp>
        <p:nvSpPr>
          <p:cNvPr id="13" name="Text 11"/>
          <p:cNvSpPr>
            <a:spLocks noGrp="1"/>
          </p:cNvSpPr>
          <p:nvPr>
            <p:ph type="body" idx="9" hasCustomPrompt="1"/>
          </p:nvPr>
        </p:nvSpPr>
        <p:spPr>
          <a:xfrm>
            <a:off x="10497312" y="16642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link</a:t>
            </a:r>
            <a:endParaRPr lang="en-US" sz="720"/>
          </a:p>
        </p:txBody>
      </p:sp>
      <p:sp>
        <p:nvSpPr>
          <p:cNvPr id="14" name="Shape 12"/>
          <p:cNvSpPr/>
          <p:nvPr/>
        </p:nvSpPr>
        <p:spPr>
          <a:xfrm>
            <a:off x="822960" y="2386584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>
            <a:spLocks noGrp="1"/>
          </p:cNvSpPr>
          <p:nvPr>
            <p:ph type="body" idx="10" hasCustomPrompt="1"/>
          </p:nvPr>
        </p:nvSpPr>
        <p:spPr>
          <a:xfrm>
            <a:off x="822960" y="251460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750" b="1" u="sng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50" b="1" u="sng">
                <a:solidFill>
                  <a:srgbClr val="FFFFFF"/>
                </a:solidFill>
              </a:rPr>
              <a:t>2</a:t>
            </a:r>
            <a:endParaRPr lang="en-US" sz="750"/>
          </a:p>
        </p:txBody>
      </p:sp>
      <p:sp>
        <p:nvSpPr>
          <p:cNvPr id="16" name="Shape 14"/>
          <p:cNvSpPr/>
          <p:nvPr/>
        </p:nvSpPr>
        <p:spPr>
          <a:xfrm>
            <a:off x="1481328" y="2350008"/>
            <a:ext cx="97840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>
            <a:spLocks noGrp="1"/>
          </p:cNvSpPr>
          <p:nvPr>
            <p:ph type="body" idx="11" hasCustomPrompt="1"/>
          </p:nvPr>
        </p:nvSpPr>
        <p:spPr>
          <a:xfrm>
            <a:off x="1719072" y="250545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indent="0">
              <a:buNone/>
              <a:defRPr sz="1020" b="1" u="sng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020" b="1" u="sng">
                <a:solidFill>
                  <a:srgbClr val="111827"/>
                </a:solidFill>
              </a:rPr>
              <a:t>Action title</a:t>
            </a:r>
            <a:endParaRPr lang="en-US" sz="1020"/>
          </a:p>
        </p:txBody>
      </p:sp>
      <p:sp>
        <p:nvSpPr>
          <p:cNvPr id="18" name="Text 16"/>
          <p:cNvSpPr>
            <a:spLocks noGrp="1"/>
          </p:cNvSpPr>
          <p:nvPr>
            <p:ph type="body" idx="12" hasCustomPrompt="1"/>
          </p:nvPr>
        </p:nvSpPr>
        <p:spPr>
          <a:xfrm>
            <a:off x="4224528" y="2487168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86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60">
                <a:solidFill>
                  <a:srgbClr val="475569"/>
                </a:solidFill>
              </a:rPr>
              <a:t>One sentence describing the action and its owner or scope.</a:t>
            </a:r>
            <a:endParaRPr lang="en-US" sz="860"/>
          </a:p>
        </p:txBody>
      </p:sp>
      <p:sp>
        <p:nvSpPr>
          <p:cNvPr id="19" name="Text 17"/>
          <p:cNvSpPr>
            <a:spLocks noGrp="1"/>
          </p:cNvSpPr>
          <p:nvPr>
            <p:ph type="body" idx="13" hasCustomPrompt="1"/>
          </p:nvPr>
        </p:nvSpPr>
        <p:spPr>
          <a:xfrm>
            <a:off x="10497312" y="25328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link</a:t>
            </a:r>
            <a:endParaRPr lang="en-US" sz="720"/>
          </a:p>
        </p:txBody>
      </p:sp>
      <p:sp>
        <p:nvSpPr>
          <p:cNvPr id="20" name="Shape 18"/>
          <p:cNvSpPr/>
          <p:nvPr/>
        </p:nvSpPr>
        <p:spPr>
          <a:xfrm>
            <a:off x="822960" y="3255264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>
            <a:spLocks noGrp="1"/>
          </p:cNvSpPr>
          <p:nvPr>
            <p:ph type="body" idx="14" hasCustomPrompt="1"/>
          </p:nvPr>
        </p:nvSpPr>
        <p:spPr>
          <a:xfrm>
            <a:off x="822960" y="338328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750" b="1" u="sng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50" b="1" u="sng">
                <a:solidFill>
                  <a:srgbClr val="FFFFFF"/>
                </a:solidFill>
              </a:rPr>
              <a:t>3</a:t>
            </a:r>
            <a:endParaRPr lang="en-US" sz="750"/>
          </a:p>
        </p:txBody>
      </p:sp>
      <p:sp>
        <p:nvSpPr>
          <p:cNvPr id="22" name="Shape 20"/>
          <p:cNvSpPr/>
          <p:nvPr/>
        </p:nvSpPr>
        <p:spPr>
          <a:xfrm>
            <a:off x="1481328" y="3218688"/>
            <a:ext cx="97840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>
            <a:spLocks noGrp="1"/>
          </p:cNvSpPr>
          <p:nvPr>
            <p:ph type="body" idx="15" hasCustomPrompt="1"/>
          </p:nvPr>
        </p:nvSpPr>
        <p:spPr>
          <a:xfrm>
            <a:off x="1719072" y="337413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indent="0">
              <a:buNone/>
              <a:defRPr sz="1020" b="1" u="sng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020" b="1" u="sng">
                <a:solidFill>
                  <a:srgbClr val="111827"/>
                </a:solidFill>
              </a:rPr>
              <a:t>Action title</a:t>
            </a:r>
            <a:endParaRPr lang="en-US" sz="1020"/>
          </a:p>
        </p:txBody>
      </p:sp>
      <p:sp>
        <p:nvSpPr>
          <p:cNvPr id="24" name="Text 22"/>
          <p:cNvSpPr>
            <a:spLocks noGrp="1"/>
          </p:cNvSpPr>
          <p:nvPr>
            <p:ph type="body" idx="16" hasCustomPrompt="1"/>
          </p:nvPr>
        </p:nvSpPr>
        <p:spPr>
          <a:xfrm>
            <a:off x="4224528" y="3355848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86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60">
                <a:solidFill>
                  <a:srgbClr val="475569"/>
                </a:solidFill>
              </a:rPr>
              <a:t>One sentence describing the action and its owner or scope.</a:t>
            </a:r>
            <a:endParaRPr lang="en-US" sz="860"/>
          </a:p>
        </p:txBody>
      </p:sp>
      <p:sp>
        <p:nvSpPr>
          <p:cNvPr id="25" name="Text 23"/>
          <p:cNvSpPr>
            <a:spLocks noGrp="1"/>
          </p:cNvSpPr>
          <p:nvPr>
            <p:ph type="body" idx="17" hasCustomPrompt="1"/>
          </p:nvPr>
        </p:nvSpPr>
        <p:spPr>
          <a:xfrm>
            <a:off x="10497312" y="34015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link</a:t>
            </a:r>
            <a:endParaRPr lang="en-US" sz="720"/>
          </a:p>
        </p:txBody>
      </p:sp>
      <p:sp>
        <p:nvSpPr>
          <p:cNvPr id="26" name="Shape 24"/>
          <p:cNvSpPr/>
          <p:nvPr/>
        </p:nvSpPr>
        <p:spPr>
          <a:xfrm>
            <a:off x="822960" y="412394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>
            <a:spLocks noGrp="1"/>
          </p:cNvSpPr>
          <p:nvPr>
            <p:ph type="body" idx="18" hasCustomPrompt="1"/>
          </p:nvPr>
        </p:nvSpPr>
        <p:spPr>
          <a:xfrm>
            <a:off x="822960" y="425196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750" b="1" u="sng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50" b="1" u="sng">
                <a:solidFill>
                  <a:srgbClr val="FFFFFF"/>
                </a:solidFill>
              </a:rPr>
              <a:t>4</a:t>
            </a:r>
            <a:endParaRPr lang="en-US" sz="750"/>
          </a:p>
        </p:txBody>
      </p:sp>
      <p:sp>
        <p:nvSpPr>
          <p:cNvPr id="28" name="Shape 26"/>
          <p:cNvSpPr/>
          <p:nvPr/>
        </p:nvSpPr>
        <p:spPr>
          <a:xfrm>
            <a:off x="1481328" y="4087368"/>
            <a:ext cx="97840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>
            <a:spLocks noGrp="1"/>
          </p:cNvSpPr>
          <p:nvPr>
            <p:ph type="body" idx="19" hasCustomPrompt="1"/>
          </p:nvPr>
        </p:nvSpPr>
        <p:spPr>
          <a:xfrm>
            <a:off x="1719072" y="424281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indent="0">
              <a:buNone/>
              <a:defRPr sz="1020" b="1" u="sng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020" b="1" u="sng">
                <a:solidFill>
                  <a:srgbClr val="111827"/>
                </a:solidFill>
              </a:rPr>
              <a:t>Action title</a:t>
            </a:r>
            <a:endParaRPr lang="en-US" sz="1020"/>
          </a:p>
        </p:txBody>
      </p:sp>
      <p:sp>
        <p:nvSpPr>
          <p:cNvPr id="30" name="Text 28"/>
          <p:cNvSpPr>
            <a:spLocks noGrp="1"/>
          </p:cNvSpPr>
          <p:nvPr>
            <p:ph type="body" idx="20" hasCustomPrompt="1"/>
          </p:nvPr>
        </p:nvSpPr>
        <p:spPr>
          <a:xfrm>
            <a:off x="4224528" y="4224528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86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60">
                <a:solidFill>
                  <a:srgbClr val="475569"/>
                </a:solidFill>
              </a:rPr>
              <a:t>One sentence describing the action and its owner or scope.</a:t>
            </a:r>
            <a:endParaRPr lang="en-US" sz="860"/>
          </a:p>
        </p:txBody>
      </p:sp>
      <p:sp>
        <p:nvSpPr>
          <p:cNvPr id="31" name="Text 29"/>
          <p:cNvSpPr>
            <a:spLocks noGrp="1"/>
          </p:cNvSpPr>
          <p:nvPr>
            <p:ph type="body" idx="21" hasCustomPrompt="1"/>
          </p:nvPr>
        </p:nvSpPr>
        <p:spPr>
          <a:xfrm>
            <a:off x="10497312" y="42702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link</a:t>
            </a:r>
            <a:endParaRPr lang="en-US" sz="720"/>
          </a:p>
        </p:txBody>
      </p:sp>
      <p:sp>
        <p:nvSpPr>
          <p:cNvPr id="32" name="Shape 30"/>
          <p:cNvSpPr/>
          <p:nvPr/>
        </p:nvSpPr>
        <p:spPr>
          <a:xfrm>
            <a:off x="822960" y="4992624"/>
            <a:ext cx="475488" cy="47548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>
            <a:spLocks noGrp="1"/>
          </p:cNvSpPr>
          <p:nvPr>
            <p:ph type="body" idx="22" hasCustomPrompt="1"/>
          </p:nvPr>
        </p:nvSpPr>
        <p:spPr>
          <a:xfrm>
            <a:off x="822960" y="512064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750" b="1" u="sng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50" b="1" u="sng">
                <a:solidFill>
                  <a:srgbClr val="FFFFFF"/>
                </a:solidFill>
              </a:rPr>
              <a:t>5</a:t>
            </a:r>
            <a:endParaRPr lang="en-US" sz="750"/>
          </a:p>
        </p:txBody>
      </p:sp>
      <p:sp>
        <p:nvSpPr>
          <p:cNvPr id="34" name="Shape 32"/>
          <p:cNvSpPr/>
          <p:nvPr/>
        </p:nvSpPr>
        <p:spPr>
          <a:xfrm>
            <a:off x="1481328" y="4956048"/>
            <a:ext cx="97840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>
            <a:spLocks noGrp="1"/>
          </p:cNvSpPr>
          <p:nvPr>
            <p:ph type="body" idx="23" hasCustomPrompt="1"/>
          </p:nvPr>
        </p:nvSpPr>
        <p:spPr>
          <a:xfrm>
            <a:off x="1719072" y="511149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indent="0">
              <a:buNone/>
              <a:defRPr sz="1020" b="1" u="sng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1020" b="1" u="sng">
                <a:solidFill>
                  <a:srgbClr val="111827"/>
                </a:solidFill>
              </a:rPr>
              <a:t>Action title</a:t>
            </a:r>
            <a:endParaRPr lang="en-US" sz="1020"/>
          </a:p>
        </p:txBody>
      </p:sp>
      <p:sp>
        <p:nvSpPr>
          <p:cNvPr id="36" name="Text 34"/>
          <p:cNvSpPr>
            <a:spLocks noGrp="1"/>
          </p:cNvSpPr>
          <p:nvPr>
            <p:ph type="body" idx="24" hasCustomPrompt="1"/>
          </p:nvPr>
        </p:nvSpPr>
        <p:spPr>
          <a:xfrm>
            <a:off x="4224528" y="5093208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86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860">
                <a:solidFill>
                  <a:srgbClr val="475569"/>
                </a:solidFill>
              </a:rPr>
              <a:t>One sentence describing the action and its owner or scope.</a:t>
            </a:r>
            <a:endParaRPr lang="en-US" sz="860"/>
          </a:p>
        </p:txBody>
      </p:sp>
      <p:sp>
        <p:nvSpPr>
          <p:cNvPr id="37" name="Text 35"/>
          <p:cNvSpPr>
            <a:spLocks noGrp="1"/>
          </p:cNvSpPr>
          <p:nvPr>
            <p:ph type="body" idx="25" hasCustomPrompt="1"/>
          </p:nvPr>
        </p:nvSpPr>
        <p:spPr>
          <a:xfrm>
            <a:off x="10497312" y="51389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7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link</a:t>
            </a:r>
            <a:endParaRPr lang="en-US" sz="720"/>
          </a:p>
        </p:txBody>
      </p:sp>
      <p:sp>
        <p:nvSpPr>
          <p:cNvPr id="38" name="Shape 36"/>
          <p:cNvSpPr/>
          <p:nvPr/>
        </p:nvSpPr>
        <p:spPr>
          <a:xfrm>
            <a:off x="786384" y="6007608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>
            <a:spLocks noGrp="1"/>
          </p:cNvSpPr>
          <p:nvPr>
            <p:ph type="body" idx="26" hasCustomPrompt="1"/>
          </p:nvPr>
        </p:nvSpPr>
        <p:spPr>
          <a:xfrm>
            <a:off x="960120" y="6099048"/>
            <a:ext cx="10195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840" b="1">
                <a:solidFill>
                  <a:srgbClr val="0F766E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840" b="1">
                <a:solidFill>
                  <a:srgbClr val="0F766E"/>
                </a:solidFill>
              </a:rPr>
              <a:t>Decision needed: state the decision you are asking for.</a:t>
            </a:r>
            <a:endParaRPr lang="en-US" sz="84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ard Grid -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54A0C1-7301-72C6-DC8F-2D90C5BB82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A96DC0-7CEE-3577-6388-96C8AF37B4C4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oundRect">
            <a:avLst/>
          </a:prstGeom>
          <a:solidFill>
            <a:srgbClr val="4F3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0E6C1-042F-0F4E-98B9-25FAECECD0A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177800"/>
            <a:ext cx="304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000" b="1">
                <a:solidFill>
                  <a:srgbClr val="FCD37D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000" b="1">
                <a:solidFill>
                  <a:srgbClr val="FCD37D"/>
                </a:solidFill>
                <a:latin typeface="Aptos" panose="020B0004020202020204" pitchFamily="34" charset="0"/>
              </a:rPr>
              <a:t>SECTION LABEL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9BAFAD-DFCC-63CC-D7B4-4C0AFF4906D2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457200" y="406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2400" b="1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Headline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89B65E-D0A1-B299-30AF-5A3D2155EF3D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457200" y="11176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100">
                <a:solidFill>
                  <a:srgbClr val="695547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Supporting sentence that frames the slide in one line.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51648A-853A-7DB1-71E9-74777F8CEDDD}"/>
              </a:ext>
            </a:extLst>
          </p:cNvPr>
          <p:cNvSpPr txBox="1">
            <a:spLocks noGrp="1"/>
          </p:cNvSpPr>
          <p:nvPr>
            <p:ph type="body" idx="4" hasCustomPrompt="1"/>
          </p:nvPr>
        </p:nvSpPr>
        <p:spPr>
          <a:xfrm>
            <a:off x="11455400" y="381000"/>
            <a:ext cx="45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400" b="1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8FE680-FE49-8C7B-50A1-AEF3FC649C9E}"/>
              </a:ext>
            </a:extLst>
          </p:cNvPr>
          <p:cNvSpPr/>
          <p:nvPr/>
        </p:nvSpPr>
        <p:spPr>
          <a:xfrm>
            <a:off x="558800" y="16510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529573-04FA-9088-7724-82E41E1A5913}"/>
              </a:ext>
            </a:extLst>
          </p:cNvPr>
          <p:cNvSpPr/>
          <p:nvPr/>
        </p:nvSpPr>
        <p:spPr>
          <a:xfrm>
            <a:off x="558800" y="1651000"/>
            <a:ext cx="76200" cy="1270000"/>
          </a:xfrm>
          <a:prstGeom prst="rect">
            <a:avLst/>
          </a:prstGeom>
          <a:solidFill>
            <a:srgbClr val="EB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397BD6-3222-A873-1AF8-AEBCFF46D3D2}"/>
              </a:ext>
            </a:extLst>
          </p:cNvPr>
          <p:cNvSpPr txBox="1">
            <a:spLocks noGrp="1"/>
          </p:cNvSpPr>
          <p:nvPr>
            <p:ph type="body" idx="5" hasCustomPrompt="1"/>
          </p:nvPr>
        </p:nvSpPr>
        <p:spPr>
          <a:xfrm>
            <a:off x="762000" y="18034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500" b="1">
                <a:solidFill>
                  <a:srgbClr val="4F3216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04070D0-58FA-1A20-A48A-77D2E8341EDE}"/>
              </a:ext>
            </a:extLst>
          </p:cNvPr>
          <p:cNvSpPr txBox="1">
            <a:spLocks noGrp="1"/>
          </p:cNvSpPr>
          <p:nvPr>
            <p:ph type="body" idx="6" hasCustomPrompt="1"/>
          </p:nvPr>
        </p:nvSpPr>
        <p:spPr>
          <a:xfrm>
            <a:off x="762000" y="21844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100">
                <a:solidFill>
                  <a:srgbClr val="514137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69F6AB-8777-36D5-95C4-82E04EB06A41}"/>
              </a:ext>
            </a:extLst>
          </p:cNvPr>
          <p:cNvSpPr/>
          <p:nvPr/>
        </p:nvSpPr>
        <p:spPr>
          <a:xfrm>
            <a:off x="4368800" y="16510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A19C05-AE7D-4A18-9FFA-4A2CB0C43F06}"/>
              </a:ext>
            </a:extLst>
          </p:cNvPr>
          <p:cNvSpPr/>
          <p:nvPr/>
        </p:nvSpPr>
        <p:spPr>
          <a:xfrm>
            <a:off x="4368800" y="1651000"/>
            <a:ext cx="76200" cy="1270000"/>
          </a:xfrm>
          <a:prstGeom prst="rect">
            <a:avLst/>
          </a:prstGeom>
          <a:solidFill>
            <a:srgbClr val="69960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7F4FFB1-89D0-A549-9136-EAD1E3A6F7B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0" y="18034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500" b="1">
                <a:solidFill>
                  <a:srgbClr val="4F3216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2AC5B9-C144-F3C0-A461-6CA570346937}"/>
              </a:ext>
            </a:extLst>
          </p:cNvPr>
          <p:cNvSpPr txBox="1">
            <a:spLocks noGrp="1"/>
          </p:cNvSpPr>
          <p:nvPr>
            <p:ph type="body" idx="8" hasCustomPrompt="1"/>
          </p:nvPr>
        </p:nvSpPr>
        <p:spPr>
          <a:xfrm>
            <a:off x="4572000" y="21844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100">
                <a:solidFill>
                  <a:srgbClr val="514137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F63C5B-C77E-0513-5AED-CF9DC390C68A}"/>
              </a:ext>
            </a:extLst>
          </p:cNvPr>
          <p:cNvSpPr/>
          <p:nvPr/>
        </p:nvSpPr>
        <p:spPr>
          <a:xfrm>
            <a:off x="8178800" y="16510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804A94-F150-2ED4-2369-E50FDB20D906}"/>
              </a:ext>
            </a:extLst>
          </p:cNvPr>
          <p:cNvSpPr/>
          <p:nvPr/>
        </p:nvSpPr>
        <p:spPr>
          <a:xfrm>
            <a:off x="8178800" y="1651000"/>
            <a:ext cx="76200" cy="1270000"/>
          </a:xfrm>
          <a:prstGeom prst="rect">
            <a:avLst/>
          </a:prstGeom>
          <a:solidFill>
            <a:srgbClr val="ED3A7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9035E8E-91C5-5C78-463A-1E39B3F19090}"/>
              </a:ext>
            </a:extLst>
          </p:cNvPr>
          <p:cNvSpPr txBox="1">
            <a:spLocks noGrp="1"/>
          </p:cNvSpPr>
          <p:nvPr>
            <p:ph type="body" idx="9" hasCustomPrompt="1"/>
          </p:nvPr>
        </p:nvSpPr>
        <p:spPr>
          <a:xfrm>
            <a:off x="8382000" y="18034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500" b="1">
                <a:solidFill>
                  <a:srgbClr val="4F3216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010886C-5521-EAA0-02CB-9F949200F32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8382000" y="21844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100">
                <a:solidFill>
                  <a:srgbClr val="514137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DA891BD-639E-16E0-D7DD-ED1D930FFD7B}"/>
              </a:ext>
            </a:extLst>
          </p:cNvPr>
          <p:cNvSpPr/>
          <p:nvPr/>
        </p:nvSpPr>
        <p:spPr>
          <a:xfrm>
            <a:off x="558800" y="34544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EC00D-62C1-5F7D-565C-149A8CD25A2C}"/>
              </a:ext>
            </a:extLst>
          </p:cNvPr>
          <p:cNvSpPr/>
          <p:nvPr/>
        </p:nvSpPr>
        <p:spPr>
          <a:xfrm>
            <a:off x="558800" y="3454400"/>
            <a:ext cx="76200" cy="1270000"/>
          </a:xfrm>
          <a:prstGeom prst="rect">
            <a:avLst/>
          </a:prstGeom>
          <a:solidFill>
            <a:srgbClr val="0C5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C811BF6-B424-EF2D-ABC3-13DC23360466}"/>
              </a:ext>
            </a:extLst>
          </p:cNvPr>
          <p:cNvSpPr txBox="1">
            <a:spLocks noGrp="1"/>
          </p:cNvSpPr>
          <p:nvPr>
            <p:ph type="body" idx="11" hasCustomPrompt="1"/>
          </p:nvPr>
        </p:nvSpPr>
        <p:spPr>
          <a:xfrm>
            <a:off x="762000" y="36068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500" b="1">
                <a:solidFill>
                  <a:srgbClr val="4F3216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F45EB64-EC17-2081-42A3-1CB7B71ADD5D}"/>
              </a:ext>
            </a:extLst>
          </p:cNvPr>
          <p:cNvSpPr txBox="1">
            <a:spLocks noGrp="1"/>
          </p:cNvSpPr>
          <p:nvPr>
            <p:ph type="body" idx="12" hasCustomPrompt="1"/>
          </p:nvPr>
        </p:nvSpPr>
        <p:spPr>
          <a:xfrm>
            <a:off x="762000" y="39878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100">
                <a:solidFill>
                  <a:srgbClr val="514137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9B69590-0896-F3AA-C606-3F9AD53B01A4}"/>
              </a:ext>
            </a:extLst>
          </p:cNvPr>
          <p:cNvSpPr/>
          <p:nvPr/>
        </p:nvSpPr>
        <p:spPr>
          <a:xfrm>
            <a:off x="4368800" y="34544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2AAD31-5888-5861-9DEC-AAAF82E8FB77}"/>
              </a:ext>
            </a:extLst>
          </p:cNvPr>
          <p:cNvSpPr/>
          <p:nvPr/>
        </p:nvSpPr>
        <p:spPr>
          <a:xfrm>
            <a:off x="4368800" y="3454400"/>
            <a:ext cx="76200" cy="12700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F5F3D50-027F-3039-A1D1-A1944C87249B}"/>
              </a:ext>
            </a:extLst>
          </p:cNvPr>
          <p:cNvSpPr txBox="1">
            <a:spLocks noGrp="1"/>
          </p:cNvSpPr>
          <p:nvPr>
            <p:ph type="body" idx="13" hasCustomPrompt="1"/>
          </p:nvPr>
        </p:nvSpPr>
        <p:spPr>
          <a:xfrm>
            <a:off x="4572000" y="36068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500" b="1">
                <a:solidFill>
                  <a:srgbClr val="4F3216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503E264-EBF1-797A-4603-2431206919A6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4572000" y="39878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100">
                <a:solidFill>
                  <a:srgbClr val="514137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A5A086D-24A2-BA9F-D845-1109F3F8F3D1}"/>
              </a:ext>
            </a:extLst>
          </p:cNvPr>
          <p:cNvSpPr/>
          <p:nvPr/>
        </p:nvSpPr>
        <p:spPr>
          <a:xfrm>
            <a:off x="8178800" y="34544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56D55C-4116-4E52-34BE-C6259C2D8037}"/>
              </a:ext>
            </a:extLst>
          </p:cNvPr>
          <p:cNvSpPr/>
          <p:nvPr/>
        </p:nvSpPr>
        <p:spPr>
          <a:xfrm>
            <a:off x="8178800" y="3454400"/>
            <a:ext cx="76200" cy="1270000"/>
          </a:xfrm>
          <a:prstGeom prst="rect">
            <a:avLst/>
          </a:prstGeom>
          <a:solidFill>
            <a:srgbClr val="90740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9481EDC-B652-54E0-4045-5518847E6A3A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8382000" y="36068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500" b="1">
                <a:solidFill>
                  <a:srgbClr val="4F3216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800D383-27FC-D4FD-E216-0A6454F21635}"/>
              </a:ext>
            </a:extLst>
          </p:cNvPr>
          <p:cNvSpPr txBox="1">
            <a:spLocks noGrp="1"/>
          </p:cNvSpPr>
          <p:nvPr>
            <p:ph type="body" idx="16" hasCustomPrompt="1"/>
          </p:nvPr>
        </p:nvSpPr>
        <p:spPr>
          <a:xfrm>
            <a:off x="8382000" y="39878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100">
                <a:solidFill>
                  <a:srgbClr val="514137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</p:spTree>
    <p:extLst>
      <p:ext uri="{BB962C8B-B14F-4D97-AF65-F5344CB8AC3E}">
        <p14:creationId xmlns:p14="http://schemas.microsoft.com/office/powerpoint/2010/main" val="128735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ard Grid -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62053A1-755D-D396-EA51-B305349F48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6772FB-764D-5CE7-EF2E-72BC5DC79684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oundRect">
            <a:avLst/>
          </a:prstGeom>
          <a:solidFill>
            <a:srgbClr val="4F3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86B9B-B151-8EC0-5046-AF71560031DF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177800"/>
            <a:ext cx="304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000" b="1">
                <a:solidFill>
                  <a:srgbClr val="FCD37D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000" b="1">
                <a:solidFill>
                  <a:srgbClr val="FCD37D"/>
                </a:solidFill>
                <a:latin typeface="Aptos" panose="020B0004020202020204" pitchFamily="34" charset="0"/>
              </a:rPr>
              <a:t>SECTION LABEL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E1AF1-A797-3C49-98E0-56066C642BC1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457200" y="406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2400" b="1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Headline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DCF45D-05AC-E8D2-B4C4-DD79D1511064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457200" y="11176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100">
                <a:solidFill>
                  <a:srgbClr val="695547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Supporting sentence that frames the slide in one line.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C6A44D-1668-2B77-1A3F-2C0B3C86664D}"/>
              </a:ext>
            </a:extLst>
          </p:cNvPr>
          <p:cNvSpPr txBox="1">
            <a:spLocks noGrp="1"/>
          </p:cNvSpPr>
          <p:nvPr>
            <p:ph type="body" idx="4" hasCustomPrompt="1"/>
          </p:nvPr>
        </p:nvSpPr>
        <p:spPr>
          <a:xfrm>
            <a:off x="11455400" y="381000"/>
            <a:ext cx="45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400" b="1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A5AEA1-22AB-C623-47E5-F639E07287CF}"/>
              </a:ext>
            </a:extLst>
          </p:cNvPr>
          <p:cNvSpPr/>
          <p:nvPr/>
        </p:nvSpPr>
        <p:spPr>
          <a:xfrm>
            <a:off x="685800" y="1676400"/>
            <a:ext cx="5080000" cy="1524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06D96A-4D2B-2248-3247-B615D5B6974F}"/>
              </a:ext>
            </a:extLst>
          </p:cNvPr>
          <p:cNvSpPr/>
          <p:nvPr/>
        </p:nvSpPr>
        <p:spPr>
          <a:xfrm>
            <a:off x="685800" y="1676400"/>
            <a:ext cx="76200" cy="1524000"/>
          </a:xfrm>
          <a:prstGeom prst="rect">
            <a:avLst/>
          </a:prstGeom>
          <a:solidFill>
            <a:srgbClr val="EB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210A5B-0E96-291A-665C-80D7094D7DEF}"/>
              </a:ext>
            </a:extLst>
          </p:cNvPr>
          <p:cNvSpPr txBox="1">
            <a:spLocks noGrp="1"/>
          </p:cNvSpPr>
          <p:nvPr>
            <p:ph type="body" idx="5" hasCustomPrompt="1"/>
          </p:nvPr>
        </p:nvSpPr>
        <p:spPr>
          <a:xfrm>
            <a:off x="889000" y="1828800"/>
            <a:ext cx="472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500" b="1">
                <a:solidFill>
                  <a:srgbClr val="4F3216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02C8EF8-6C96-F100-01F3-8DBF420DB143}"/>
              </a:ext>
            </a:extLst>
          </p:cNvPr>
          <p:cNvSpPr txBox="1">
            <a:spLocks noGrp="1"/>
          </p:cNvSpPr>
          <p:nvPr>
            <p:ph type="body" idx="6" hasCustomPrompt="1"/>
          </p:nvPr>
        </p:nvSpPr>
        <p:spPr>
          <a:xfrm>
            <a:off x="889000" y="2209800"/>
            <a:ext cx="472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100">
                <a:solidFill>
                  <a:srgbClr val="514137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A88384D-839C-7151-7F16-9360E76C7CAB}"/>
              </a:ext>
            </a:extLst>
          </p:cNvPr>
          <p:cNvSpPr/>
          <p:nvPr/>
        </p:nvSpPr>
        <p:spPr>
          <a:xfrm>
            <a:off x="6426200" y="1676400"/>
            <a:ext cx="5080000" cy="1524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57BADD-9EEF-4FC9-EA23-ADD480D01F67}"/>
              </a:ext>
            </a:extLst>
          </p:cNvPr>
          <p:cNvSpPr/>
          <p:nvPr/>
        </p:nvSpPr>
        <p:spPr>
          <a:xfrm>
            <a:off x="6426200" y="1676400"/>
            <a:ext cx="76200" cy="1524000"/>
          </a:xfrm>
          <a:prstGeom prst="rect">
            <a:avLst/>
          </a:prstGeom>
          <a:solidFill>
            <a:srgbClr val="69960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D323F3-65F9-C404-11BF-E971732E7D22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6629400" y="1828800"/>
            <a:ext cx="472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500" b="1">
                <a:solidFill>
                  <a:srgbClr val="4F3216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CFD8C7B-DB20-AF12-700E-CC1B355372FD}"/>
              </a:ext>
            </a:extLst>
          </p:cNvPr>
          <p:cNvSpPr txBox="1">
            <a:spLocks noGrp="1"/>
          </p:cNvSpPr>
          <p:nvPr>
            <p:ph type="body" idx="8" hasCustomPrompt="1"/>
          </p:nvPr>
        </p:nvSpPr>
        <p:spPr>
          <a:xfrm>
            <a:off x="6629400" y="2209800"/>
            <a:ext cx="472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100">
                <a:solidFill>
                  <a:srgbClr val="514137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C7FEA0-8F3D-BD9E-46F4-D6A2B4C393B6}"/>
              </a:ext>
            </a:extLst>
          </p:cNvPr>
          <p:cNvSpPr/>
          <p:nvPr/>
        </p:nvSpPr>
        <p:spPr>
          <a:xfrm>
            <a:off x="685800" y="3708400"/>
            <a:ext cx="5080000" cy="13208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55A754-0439-FE4F-0B63-AA8746E1E091}"/>
              </a:ext>
            </a:extLst>
          </p:cNvPr>
          <p:cNvSpPr/>
          <p:nvPr/>
        </p:nvSpPr>
        <p:spPr>
          <a:xfrm>
            <a:off x="685800" y="3708400"/>
            <a:ext cx="76200" cy="1320800"/>
          </a:xfrm>
          <a:prstGeom prst="rect">
            <a:avLst/>
          </a:prstGeom>
          <a:solidFill>
            <a:srgbClr val="ED3A7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BEEFC-95E0-6BEA-B411-50106BC14AE6}"/>
              </a:ext>
            </a:extLst>
          </p:cNvPr>
          <p:cNvSpPr txBox="1">
            <a:spLocks noGrp="1"/>
          </p:cNvSpPr>
          <p:nvPr>
            <p:ph type="body" idx="9" hasCustomPrompt="1"/>
          </p:nvPr>
        </p:nvSpPr>
        <p:spPr>
          <a:xfrm>
            <a:off x="889000" y="3860800"/>
            <a:ext cx="472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500" b="1">
                <a:solidFill>
                  <a:srgbClr val="4F3216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017F3D6-AC69-2473-A6DF-B664E21B21A1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889000" y="4241800"/>
            <a:ext cx="472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100">
                <a:solidFill>
                  <a:srgbClr val="514137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2A4B5F-BAF4-259D-0540-84BFFFF0E430}"/>
              </a:ext>
            </a:extLst>
          </p:cNvPr>
          <p:cNvSpPr/>
          <p:nvPr/>
        </p:nvSpPr>
        <p:spPr>
          <a:xfrm>
            <a:off x="6426200" y="3708400"/>
            <a:ext cx="5080000" cy="13208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C9F952-B72B-E734-5363-8EB71C1BDADE}"/>
              </a:ext>
            </a:extLst>
          </p:cNvPr>
          <p:cNvSpPr/>
          <p:nvPr/>
        </p:nvSpPr>
        <p:spPr>
          <a:xfrm>
            <a:off x="6426200" y="3708400"/>
            <a:ext cx="76200" cy="1320800"/>
          </a:xfrm>
          <a:prstGeom prst="rect">
            <a:avLst/>
          </a:prstGeom>
          <a:solidFill>
            <a:srgbClr val="0C5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3DFAAD2-503C-5BF1-D243-0B6CC960011E}"/>
              </a:ext>
            </a:extLst>
          </p:cNvPr>
          <p:cNvSpPr txBox="1">
            <a:spLocks noGrp="1"/>
          </p:cNvSpPr>
          <p:nvPr>
            <p:ph type="body" idx="11" hasCustomPrompt="1"/>
          </p:nvPr>
        </p:nvSpPr>
        <p:spPr>
          <a:xfrm>
            <a:off x="6629400" y="3860800"/>
            <a:ext cx="472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500" b="1">
                <a:solidFill>
                  <a:srgbClr val="4F3216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09B16C9-902E-B6E2-1F67-7F0C6CA3BEBF}"/>
              </a:ext>
            </a:extLst>
          </p:cNvPr>
          <p:cNvSpPr txBox="1">
            <a:spLocks noGrp="1"/>
          </p:cNvSpPr>
          <p:nvPr>
            <p:ph type="body" idx="12" hasCustomPrompt="1"/>
          </p:nvPr>
        </p:nvSpPr>
        <p:spPr>
          <a:xfrm>
            <a:off x="6629400" y="4241800"/>
            <a:ext cx="472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>
              <a:buNone/>
              <a:defRPr sz="1100">
                <a:solidFill>
                  <a:srgbClr val="514137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</p:spTree>
    <p:extLst>
      <p:ext uri="{BB962C8B-B14F-4D97-AF65-F5344CB8AC3E}">
        <p14:creationId xmlns:p14="http://schemas.microsoft.com/office/powerpoint/2010/main" val="3825035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k Appendix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" hasCustomPrompt="1"/>
          </p:nvPr>
        </p:nvSpPr>
        <p:spPr>
          <a:xfrm>
            <a:off x="548640" y="3840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850" b="1" kern="0" spc="110">
                <a:solidFill>
                  <a:srgbClr val="0F766E"/>
                </a:solidFill>
              </a:defRPr>
            </a:lvl1pPr>
          </a:lstStyle>
          <a:p>
            <a:pPr marL="0" indent="0">
              <a:buNone/>
            </a:pPr>
            <a:r>
              <a:rPr lang="en-US" sz="850" b="1" kern="0" spc="110">
                <a:solidFill>
                  <a:srgbClr val="0F766E"/>
                </a:solidFill>
              </a:rPr>
              <a:t>SECTION LABEL</a:t>
            </a:r>
            <a:endParaRPr lang="en-US" sz="850"/>
          </a:p>
        </p:txBody>
      </p:sp>
      <p:sp>
        <p:nvSpPr>
          <p:cNvPr id="3" name="Text 1"/>
          <p:cNvSpPr>
            <a:spLocks noGrp="1"/>
          </p:cNvSpPr>
          <p:nvPr>
            <p:ph type="body" idx="2" hasCustomPrompt="1"/>
          </p:nvPr>
        </p:nvSpPr>
        <p:spPr>
          <a:xfrm>
            <a:off x="548640" y="694944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2400" b="1">
                <a:solidFill>
                  <a:srgbClr val="111827"/>
                </a:solidFill>
              </a:defRPr>
            </a:lvl1pPr>
          </a:lstStyle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</a:rPr>
              <a:t>Headline goes here</a:t>
            </a:r>
            <a:endParaRPr lang="en-US" sz="2400"/>
          </a:p>
        </p:txBody>
      </p:sp>
      <p:sp>
        <p:nvSpPr>
          <p:cNvPr id="4" name="Text 2"/>
          <p:cNvSpPr>
            <a:spLocks noGrp="1"/>
          </p:cNvSpPr>
          <p:nvPr>
            <p:ph type="body" idx="3" hasCustomPrompt="1"/>
          </p:nvPr>
        </p:nvSpPr>
        <p:spPr>
          <a:xfrm>
            <a:off x="566928" y="11704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sz="1000">
                <a:solidFill>
                  <a:srgbClr val="475569"/>
                </a:solidFill>
              </a:defRPr>
            </a:lvl1pPr>
          </a:lstStyle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Supporting sentence that frames the slide in one line.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>
            <a:spLocks noGrp="1"/>
          </p:cNvSpPr>
          <p:nvPr>
            <p:ph type="body" idx="4" hasCustomPrompt="1"/>
          </p:nvPr>
        </p:nvSpPr>
        <p:spPr>
          <a:xfrm>
            <a:off x="548640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sz="750">
                <a:solidFill>
                  <a:srgbClr val="64748B"/>
                </a:solidFill>
              </a:defRPr>
            </a:lvl1pPr>
          </a:lstStyle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Presentation title | Subtitle</a:t>
            </a:r>
            <a:endParaRPr lang="en-US" sz="750"/>
          </a:p>
        </p:txBody>
      </p:sp>
      <p:sp>
        <p:nvSpPr>
          <p:cNvPr id="7" name="Text 5"/>
          <p:cNvSpPr>
            <a:spLocks noGrp="1"/>
          </p:cNvSpPr>
          <p:nvPr>
            <p:ph type="body" idx="5" hasCustomPrompt="1"/>
          </p:nvPr>
        </p:nvSpPr>
        <p:spPr>
          <a:xfrm>
            <a:off x="11119104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r">
              <a:buNone/>
              <a:defRPr sz="850" b="1">
                <a:solidFill>
                  <a:srgbClr val="64748B"/>
                </a:solidFill>
              </a:defRPr>
            </a:lvl1pPr>
          </a:lstStyle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</a:rPr>
              <a:t>08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731520" y="1481328"/>
            <a:ext cx="107442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0120" y="171907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>
            <a:spLocks noGrp="1"/>
          </p:cNvSpPr>
          <p:nvPr>
            <p:ph type="body" idx="6" hasCustomPrompt="1"/>
          </p:nvPr>
        </p:nvSpPr>
        <p:spPr>
          <a:xfrm>
            <a:off x="1106424" y="181051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11" name="Shape 9"/>
          <p:cNvSpPr/>
          <p:nvPr/>
        </p:nvSpPr>
        <p:spPr>
          <a:xfrm>
            <a:off x="960120" y="226771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>
            <a:spLocks noGrp="1"/>
          </p:cNvSpPr>
          <p:nvPr>
            <p:ph type="body" idx="7" hasCustomPrompt="1"/>
          </p:nvPr>
        </p:nvSpPr>
        <p:spPr>
          <a:xfrm>
            <a:off x="1106424" y="235915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13" name="Shape 11"/>
          <p:cNvSpPr/>
          <p:nvPr/>
        </p:nvSpPr>
        <p:spPr>
          <a:xfrm>
            <a:off x="960120" y="281635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>
            <a:spLocks noGrp="1"/>
          </p:cNvSpPr>
          <p:nvPr>
            <p:ph type="body" idx="8" hasCustomPrompt="1"/>
          </p:nvPr>
        </p:nvSpPr>
        <p:spPr>
          <a:xfrm>
            <a:off x="1106424" y="290779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15" name="Shape 13"/>
          <p:cNvSpPr/>
          <p:nvPr/>
        </p:nvSpPr>
        <p:spPr>
          <a:xfrm>
            <a:off x="960120" y="336499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>
            <a:spLocks noGrp="1"/>
          </p:cNvSpPr>
          <p:nvPr>
            <p:ph type="body" idx="9" hasCustomPrompt="1"/>
          </p:nvPr>
        </p:nvSpPr>
        <p:spPr>
          <a:xfrm>
            <a:off x="1106424" y="345643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17" name="Shape 15"/>
          <p:cNvSpPr/>
          <p:nvPr/>
        </p:nvSpPr>
        <p:spPr>
          <a:xfrm>
            <a:off x="960120" y="391363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>
            <a:spLocks noGrp="1"/>
          </p:cNvSpPr>
          <p:nvPr>
            <p:ph type="body" idx="10" hasCustomPrompt="1"/>
          </p:nvPr>
        </p:nvSpPr>
        <p:spPr>
          <a:xfrm>
            <a:off x="1106424" y="400507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19" name="Shape 17"/>
          <p:cNvSpPr/>
          <p:nvPr/>
        </p:nvSpPr>
        <p:spPr>
          <a:xfrm>
            <a:off x="960120" y="446227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>
            <a:spLocks noGrp="1"/>
          </p:cNvSpPr>
          <p:nvPr>
            <p:ph type="body" idx="11" hasCustomPrompt="1"/>
          </p:nvPr>
        </p:nvSpPr>
        <p:spPr>
          <a:xfrm>
            <a:off x="1106424" y="455371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21" name="Shape 19"/>
          <p:cNvSpPr/>
          <p:nvPr/>
        </p:nvSpPr>
        <p:spPr>
          <a:xfrm>
            <a:off x="960120" y="501091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>
            <a:spLocks noGrp="1"/>
          </p:cNvSpPr>
          <p:nvPr>
            <p:ph type="body" idx="12" hasCustomPrompt="1"/>
          </p:nvPr>
        </p:nvSpPr>
        <p:spPr>
          <a:xfrm>
            <a:off x="1106424" y="510235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23" name="Shape 21"/>
          <p:cNvSpPr/>
          <p:nvPr/>
        </p:nvSpPr>
        <p:spPr>
          <a:xfrm>
            <a:off x="4416552" y="171907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>
            <a:spLocks noGrp="1"/>
          </p:cNvSpPr>
          <p:nvPr>
            <p:ph type="body" idx="13" hasCustomPrompt="1"/>
          </p:nvPr>
        </p:nvSpPr>
        <p:spPr>
          <a:xfrm>
            <a:off x="4562856" y="181051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25" name="Shape 23"/>
          <p:cNvSpPr/>
          <p:nvPr/>
        </p:nvSpPr>
        <p:spPr>
          <a:xfrm>
            <a:off x="4416552" y="226771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>
            <a:spLocks noGrp="1"/>
          </p:cNvSpPr>
          <p:nvPr>
            <p:ph type="body" idx="14" hasCustomPrompt="1"/>
          </p:nvPr>
        </p:nvSpPr>
        <p:spPr>
          <a:xfrm>
            <a:off x="4562856" y="235915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27" name="Shape 25"/>
          <p:cNvSpPr/>
          <p:nvPr/>
        </p:nvSpPr>
        <p:spPr>
          <a:xfrm>
            <a:off x="4416552" y="281635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>
            <a:spLocks noGrp="1"/>
          </p:cNvSpPr>
          <p:nvPr>
            <p:ph type="body" idx="15" hasCustomPrompt="1"/>
          </p:nvPr>
        </p:nvSpPr>
        <p:spPr>
          <a:xfrm>
            <a:off x="4562856" y="290779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29" name="Shape 27"/>
          <p:cNvSpPr/>
          <p:nvPr/>
        </p:nvSpPr>
        <p:spPr>
          <a:xfrm>
            <a:off x="4416552" y="336499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>
            <a:spLocks noGrp="1"/>
          </p:cNvSpPr>
          <p:nvPr>
            <p:ph type="body" idx="16" hasCustomPrompt="1"/>
          </p:nvPr>
        </p:nvSpPr>
        <p:spPr>
          <a:xfrm>
            <a:off x="4562856" y="345643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31" name="Shape 29"/>
          <p:cNvSpPr/>
          <p:nvPr/>
        </p:nvSpPr>
        <p:spPr>
          <a:xfrm>
            <a:off x="4416552" y="391363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>
            <a:spLocks noGrp="1"/>
          </p:cNvSpPr>
          <p:nvPr>
            <p:ph type="body" idx="17" hasCustomPrompt="1"/>
          </p:nvPr>
        </p:nvSpPr>
        <p:spPr>
          <a:xfrm>
            <a:off x="4562856" y="400507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33" name="Shape 31"/>
          <p:cNvSpPr/>
          <p:nvPr/>
        </p:nvSpPr>
        <p:spPr>
          <a:xfrm>
            <a:off x="4416552" y="446227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>
            <a:spLocks noGrp="1"/>
          </p:cNvSpPr>
          <p:nvPr>
            <p:ph type="body" idx="18" hasCustomPrompt="1"/>
          </p:nvPr>
        </p:nvSpPr>
        <p:spPr>
          <a:xfrm>
            <a:off x="4562856" y="455371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35" name="Shape 33"/>
          <p:cNvSpPr/>
          <p:nvPr/>
        </p:nvSpPr>
        <p:spPr>
          <a:xfrm>
            <a:off x="4416552" y="501091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>
            <a:spLocks noGrp="1"/>
          </p:cNvSpPr>
          <p:nvPr>
            <p:ph type="body" idx="19" hasCustomPrompt="1"/>
          </p:nvPr>
        </p:nvSpPr>
        <p:spPr>
          <a:xfrm>
            <a:off x="4562856" y="510235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37" name="Shape 35"/>
          <p:cNvSpPr/>
          <p:nvPr/>
        </p:nvSpPr>
        <p:spPr>
          <a:xfrm>
            <a:off x="7872984" y="171907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>
            <a:spLocks noGrp="1"/>
          </p:cNvSpPr>
          <p:nvPr>
            <p:ph type="body" idx="20" hasCustomPrompt="1"/>
          </p:nvPr>
        </p:nvSpPr>
        <p:spPr>
          <a:xfrm>
            <a:off x="8019288" y="181051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39" name="Shape 37"/>
          <p:cNvSpPr/>
          <p:nvPr/>
        </p:nvSpPr>
        <p:spPr>
          <a:xfrm>
            <a:off x="7872984" y="226771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>
            <a:spLocks noGrp="1"/>
          </p:cNvSpPr>
          <p:nvPr>
            <p:ph type="body" idx="21" hasCustomPrompt="1"/>
          </p:nvPr>
        </p:nvSpPr>
        <p:spPr>
          <a:xfrm>
            <a:off x="8019288" y="235915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41" name="Shape 39"/>
          <p:cNvSpPr/>
          <p:nvPr/>
        </p:nvSpPr>
        <p:spPr>
          <a:xfrm>
            <a:off x="7872984" y="281635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>
            <a:spLocks noGrp="1"/>
          </p:cNvSpPr>
          <p:nvPr>
            <p:ph type="body" idx="22" hasCustomPrompt="1"/>
          </p:nvPr>
        </p:nvSpPr>
        <p:spPr>
          <a:xfrm>
            <a:off x="8019288" y="290779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43" name="Shape 41"/>
          <p:cNvSpPr/>
          <p:nvPr/>
        </p:nvSpPr>
        <p:spPr>
          <a:xfrm>
            <a:off x="7872984" y="336499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>
            <a:spLocks noGrp="1"/>
          </p:cNvSpPr>
          <p:nvPr>
            <p:ph type="body" idx="23" hasCustomPrompt="1"/>
          </p:nvPr>
        </p:nvSpPr>
        <p:spPr>
          <a:xfrm>
            <a:off x="8019288" y="345643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45" name="Shape 43"/>
          <p:cNvSpPr/>
          <p:nvPr/>
        </p:nvSpPr>
        <p:spPr>
          <a:xfrm>
            <a:off x="7872984" y="391363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>
            <a:spLocks noGrp="1"/>
          </p:cNvSpPr>
          <p:nvPr>
            <p:ph type="body" idx="24" hasCustomPrompt="1"/>
          </p:nvPr>
        </p:nvSpPr>
        <p:spPr>
          <a:xfrm>
            <a:off x="8019288" y="400507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47" name="Shape 45"/>
          <p:cNvSpPr/>
          <p:nvPr/>
        </p:nvSpPr>
        <p:spPr>
          <a:xfrm>
            <a:off x="7872984" y="446227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>
            <a:spLocks noGrp="1"/>
          </p:cNvSpPr>
          <p:nvPr>
            <p:ph type="body" idx="25" hasCustomPrompt="1"/>
          </p:nvPr>
        </p:nvSpPr>
        <p:spPr>
          <a:xfrm>
            <a:off x="8019288" y="455371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49" name="Shape 47"/>
          <p:cNvSpPr/>
          <p:nvPr/>
        </p:nvSpPr>
        <p:spPr>
          <a:xfrm>
            <a:off x="7872984" y="501091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>
            <a:spLocks noGrp="1"/>
          </p:cNvSpPr>
          <p:nvPr>
            <p:ph type="body" idx="26" hasCustomPrompt="1"/>
          </p:nvPr>
        </p:nvSpPr>
        <p:spPr>
          <a:xfrm>
            <a:off x="8019288" y="510235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indent="0">
              <a:buNone/>
              <a:defRPr sz="820" b="1" u="sng">
                <a:solidFill>
                  <a:srgbClr val="2563EB"/>
                </a:solidFill>
              </a:defRPr>
            </a:lvl1pPr>
          </a:lstStyle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/>
          </a:p>
        </p:txBody>
      </p:sp>
      <p:sp>
        <p:nvSpPr>
          <p:cNvPr id="51" name="Text 49"/>
          <p:cNvSpPr>
            <a:spLocks noGrp="1"/>
          </p:cNvSpPr>
          <p:nvPr>
            <p:ph type="body" idx="27" hasCustomPrompt="1"/>
          </p:nvPr>
        </p:nvSpPr>
        <p:spPr>
          <a:xfrm>
            <a:off x="960120" y="592531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sz="740" i="1">
                <a:solidFill>
                  <a:srgbClr val="64748B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40" i="1">
                <a:solidFill>
                  <a:srgbClr val="64748B"/>
                </a:solidFill>
              </a:rPr>
              <a:t>Source basis: describe where this material came from.</a:t>
            </a:r>
            <a:endParaRPr lang="en-US" sz="74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EE3D38-033B-F587-B9DC-E2154C350D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4AD01-5D84-B41D-335D-731E8AA2F9A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3556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lvl1pPr>
              <a:buNone/>
              <a:defRPr sz="2200" b="1">
                <a:solidFill>
                  <a:srgbClr val="14213D"/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sz="2200" b="1">
                <a:solidFill>
                  <a:srgbClr val="14213D"/>
                </a:solidFill>
                <a:latin typeface="Aptos Display" panose="020B0004020202020204" pitchFamily="34" charset="0"/>
              </a:rPr>
              <a:t>SECTION LABEL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413BA-C527-0DCF-ADFC-12467C297DEA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457200" y="8636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lvl1pPr>
              <a:buNone/>
              <a:defRPr sz="1100">
                <a:solidFill>
                  <a:srgbClr val="14213D"/>
                </a:solidFill>
              </a:defRPr>
            </a:lvl1pPr>
          </a:lstStyle>
          <a:p>
            <a:r>
              <a:rPr lang="en-US" sz="1100">
                <a:solidFill>
                  <a:srgbClr val="14213D"/>
                </a:solidFill>
              </a:rPr>
              <a:t>Add a one-line instruction or lead-in for this list.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7537B0-C980-F36B-A873-5B6D53EF2268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660400" y="13716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lvl1pPr>
              <a:buNone/>
              <a:defRPr sz="1200">
                <a:solidFill>
                  <a:srgbClr val="14213D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[1] Source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CECC45-05E8-633F-5A60-DEFEB2FF4D79}"/>
              </a:ext>
            </a:extLst>
          </p:cNvPr>
          <p:cNvSpPr txBox="1">
            <a:spLocks noGrp="1"/>
          </p:cNvSpPr>
          <p:nvPr>
            <p:ph type="body" idx="4" hasCustomPrompt="1"/>
          </p:nvPr>
        </p:nvSpPr>
        <p:spPr>
          <a:xfrm>
            <a:off x="660400" y="17653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lvl1pPr>
              <a:buNone/>
              <a:defRPr sz="1200">
                <a:solidFill>
                  <a:srgbClr val="14213D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[2] Source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B5F5D3-13CF-FF87-50A8-95CD695B6B98}"/>
              </a:ext>
            </a:extLst>
          </p:cNvPr>
          <p:cNvSpPr txBox="1">
            <a:spLocks noGrp="1"/>
          </p:cNvSpPr>
          <p:nvPr>
            <p:ph type="body" idx="5" hasCustomPrompt="1"/>
          </p:nvPr>
        </p:nvSpPr>
        <p:spPr>
          <a:xfrm>
            <a:off x="660400" y="21590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lvl1pPr>
              <a:buNone/>
              <a:defRPr sz="1200">
                <a:solidFill>
                  <a:srgbClr val="14213D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[3] Source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B0C232-7E2F-C3ED-14BD-6DD41E1A2F4F}"/>
              </a:ext>
            </a:extLst>
          </p:cNvPr>
          <p:cNvSpPr txBox="1">
            <a:spLocks noGrp="1"/>
          </p:cNvSpPr>
          <p:nvPr>
            <p:ph type="body" idx="6" hasCustomPrompt="1"/>
          </p:nvPr>
        </p:nvSpPr>
        <p:spPr>
          <a:xfrm>
            <a:off x="660400" y="25527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lvl1pPr>
              <a:buNone/>
              <a:defRPr sz="1200">
                <a:solidFill>
                  <a:srgbClr val="14213D"/>
                </a:solidFill>
                <a:latin typeface="Aptos" panose="020B0004020202020204" pitchFamily="34" charset="0"/>
              </a:defRPr>
            </a:lvl1pPr>
          </a:lstStyle>
          <a:p>
            <a:r>
              <a:rPr lang="it-IT" sz="1200">
                <a:solidFill>
                  <a:srgbClr val="14213D"/>
                </a:solidFill>
                <a:latin typeface="Aptos" panose="020B0004020202020204" pitchFamily="34" charset="0"/>
              </a:rPr>
              <a:t>[4] Source title</a:t>
            </a:r>
            <a:endParaRPr lang="en-US" sz="1200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BAEEB4-4B9A-E197-0352-03EF715B19D8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660400" y="29464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lvl1pPr>
              <a:buNone/>
              <a:defRPr sz="1200">
                <a:solidFill>
                  <a:srgbClr val="14213D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[5] Source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0E29F45-9FD3-08E1-9771-AA313C3BDA5C}"/>
              </a:ext>
            </a:extLst>
          </p:cNvPr>
          <p:cNvSpPr txBox="1">
            <a:spLocks noGrp="1"/>
          </p:cNvSpPr>
          <p:nvPr>
            <p:ph type="body" idx="8" hasCustomPrompt="1"/>
          </p:nvPr>
        </p:nvSpPr>
        <p:spPr>
          <a:xfrm>
            <a:off x="660400" y="33401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lvl1pPr>
              <a:buNone/>
              <a:defRPr sz="1200">
                <a:solidFill>
                  <a:srgbClr val="14213D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[6] Source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331E96D-433C-2624-A1D2-3DF6A1F55CB3}"/>
              </a:ext>
            </a:extLst>
          </p:cNvPr>
          <p:cNvSpPr txBox="1">
            <a:spLocks noGrp="1"/>
          </p:cNvSpPr>
          <p:nvPr>
            <p:ph type="body" idx="9" hasCustomPrompt="1"/>
          </p:nvPr>
        </p:nvSpPr>
        <p:spPr>
          <a:xfrm>
            <a:off x="660400" y="37338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lvl1pPr>
              <a:buNone/>
              <a:defRPr sz="1200">
                <a:solidFill>
                  <a:srgbClr val="14213D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[7] Source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3EF00C6-0299-BCE0-A1E6-D726B55A0CF4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660400" y="41275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lvl1pPr>
              <a:buNone/>
              <a:defRPr sz="1200">
                <a:solidFill>
                  <a:srgbClr val="14213D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[8] Source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46D5889-C3FF-DDEF-F2BA-7D3F21D7ACD7}"/>
              </a:ext>
            </a:extLst>
          </p:cNvPr>
          <p:cNvSpPr txBox="1">
            <a:spLocks noGrp="1"/>
          </p:cNvSpPr>
          <p:nvPr>
            <p:ph type="body" idx="11" hasCustomPrompt="1"/>
          </p:nvPr>
        </p:nvSpPr>
        <p:spPr>
          <a:xfrm>
            <a:off x="660400" y="45212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lvl1pPr>
              <a:buNone/>
              <a:defRPr sz="1200">
                <a:solidFill>
                  <a:srgbClr val="14213D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[9] Source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820E675-B21B-5582-BEA9-7344211573D4}"/>
              </a:ext>
            </a:extLst>
          </p:cNvPr>
          <p:cNvSpPr txBox="1">
            <a:spLocks noGrp="1"/>
          </p:cNvSpPr>
          <p:nvPr>
            <p:ph type="body" idx="12" hasCustomPrompt="1"/>
          </p:nvPr>
        </p:nvSpPr>
        <p:spPr>
          <a:xfrm>
            <a:off x="660400" y="49149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lvl1pPr>
              <a:buNone/>
              <a:defRPr sz="1200">
                <a:solidFill>
                  <a:srgbClr val="14213D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[10] Source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1D613E6-6776-91F7-1663-51D3C8E0E38E}"/>
              </a:ext>
            </a:extLst>
          </p:cNvPr>
          <p:cNvSpPr txBox="1">
            <a:spLocks noGrp="1"/>
          </p:cNvSpPr>
          <p:nvPr>
            <p:ph type="body" idx="13" hasCustomPrompt="1"/>
          </p:nvPr>
        </p:nvSpPr>
        <p:spPr>
          <a:xfrm>
            <a:off x="660400" y="53086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lvl1pPr>
              <a:buNone/>
              <a:defRPr sz="1200">
                <a:solidFill>
                  <a:srgbClr val="14213D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[11] Source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084A8E7-5B1D-D291-7725-D8AC463AA0BC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660400" y="63500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lvl1pPr>
              <a:buNone/>
              <a:defRPr sz="1000">
                <a:solidFill>
                  <a:srgbClr val="465264"/>
                </a:solidFill>
              </a:defRPr>
            </a:lvl1pPr>
          </a:lstStyle>
          <a:p>
            <a:r>
              <a:rPr lang="en-US" sz="1000">
                <a:solidFill>
                  <a:srgbClr val="465264"/>
                </a:solidFill>
              </a:rPr>
              <a:t>Source basis: describe where this material came from.</a:t>
            </a:r>
          </a:p>
        </p:txBody>
      </p:sp>
    </p:spTree>
    <p:extLst>
      <p:ext uri="{BB962C8B-B14F-4D97-AF65-F5344CB8AC3E}">
        <p14:creationId xmlns:p14="http://schemas.microsoft.com/office/powerpoint/2010/main" val="316873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73568" y="0"/>
            <a:ext cx="4215384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43800" y="-1005840"/>
            <a:ext cx="4937760" cy="4937760"/>
          </a:xfrm>
          <a:prstGeom prst="arc">
            <a:avLst/>
          </a:prstGeom>
          <a:noFill/>
          <a:ln w="2540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" y="62179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704088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>
                <a:solidFill>
                  <a:srgbClr val="E0F2FE"/>
                </a:solidFill>
              </a:rPr>
              <a:t>SECTION LABEL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658368" y="1298448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>
                <a:solidFill>
                  <a:srgbClr val="FFFFFF"/>
                </a:solidFill>
              </a:rPr>
              <a:t>Presentation title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76656" y="2075688"/>
            <a:ext cx="6446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>
                <a:solidFill>
                  <a:srgbClr val="D1FAE5"/>
                </a:solidFill>
              </a:rPr>
              <a:t>One or two sentences framing </a:t>
            </a:r>
            <a:r>
              <a:rPr lang="en-US" sz="1450" dirty="0">
                <a:solidFill>
                  <a:srgbClr val="D1FAE5"/>
                </a:solidFill>
              </a:rPr>
              <a:t>the </a:t>
            </a:r>
            <a:r>
              <a:rPr lang="en-US" sz="1450">
                <a:solidFill>
                  <a:srgbClr val="D1FAE5"/>
                </a:solidFill>
              </a:rPr>
              <a:t>purpose of this </a:t>
            </a:r>
            <a:r>
              <a:rPr lang="en-US" sz="1450" dirty="0">
                <a:solidFill>
                  <a:srgbClr val="D1FAE5"/>
                </a:solidFill>
              </a:rPr>
              <a:t>deck and why it matters </a:t>
            </a:r>
            <a:r>
              <a:rPr lang="en-US" sz="1450">
                <a:solidFill>
                  <a:srgbClr val="D1FAE5"/>
                </a:solidFill>
              </a:rPr>
              <a:t>to </a:t>
            </a:r>
            <a:r>
              <a:rPr lang="en-US" sz="1450" dirty="0">
                <a:solidFill>
                  <a:srgbClr val="D1FAE5"/>
                </a:solidFill>
              </a:rPr>
              <a:t>the </a:t>
            </a:r>
            <a:r>
              <a:rPr lang="en-US" sz="1450">
                <a:solidFill>
                  <a:srgbClr val="D1FAE5"/>
                </a:solidFill>
              </a:rPr>
              <a:t>audience</a:t>
            </a:r>
            <a:r>
              <a:rPr lang="en-US" sz="1450" dirty="0">
                <a:solidFill>
                  <a:srgbClr val="D1FAE5"/>
                </a:solidFill>
              </a:rPr>
              <a:t>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6656" y="3200400"/>
            <a:ext cx="5943600" cy="1417320"/>
          </a:xfrm>
          <a:prstGeom prst="roundRect">
            <a:avLst>
              <a:gd name="adj" fmla="val 5161"/>
            </a:avLst>
          </a:prstGeom>
          <a:solidFill>
            <a:srgbClr val="1F293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</a:rPr>
              <a:t>Coverage window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</a:rPr>
              <a:t>Start date - end date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16966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CBD5E1"/>
                </a:solidFill>
              </a:rPr>
              <a:t>Input: list the sources this deck is based 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549640" y="1078992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13" name="Text 11"/>
          <p:cNvSpPr/>
          <p:nvPr/>
        </p:nvSpPr>
        <p:spPr>
          <a:xfrm>
            <a:off x="8659368" y="122529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</a:rPr>
              <a:t>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77656" y="16276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475569"/>
                </a:solidFill>
              </a:rPr>
              <a:t>stat label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12680" y="248716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22408" y="263347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</a:rPr>
              <a:t>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14069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475569"/>
                </a:solidFill>
              </a:rPr>
              <a:t>stat label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22208" y="40233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31936" y="416966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</a:rPr>
              <a:t>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50224" y="457200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475569"/>
                </a:solidFill>
              </a:rPr>
              <a:t>stat label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6656" y="61996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BD5E1"/>
                </a:solidFill>
              </a:rPr>
              <a:t>Prepared by Name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>
                <a:solidFill>
                  <a:srgbClr val="0F766E"/>
                </a:solidFill>
              </a:rPr>
              <a:t>SECTION LABEL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</a:rPr>
              <a:t>Headline goes 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Supporting sentence that frames </a:t>
            </a:r>
            <a:r>
              <a:rPr lang="en-US" sz="1000" dirty="0">
                <a:solidFill>
                  <a:srgbClr val="475569"/>
                </a:solidFill>
              </a:rPr>
              <a:t>the </a:t>
            </a:r>
            <a:r>
              <a:rPr lang="en-US" sz="1000">
                <a:solidFill>
                  <a:srgbClr val="475569"/>
                </a:solidFill>
              </a:rPr>
              <a:t>slide in one line</a:t>
            </a:r>
            <a:r>
              <a:rPr lang="en-US" sz="1000" dirty="0">
                <a:solidFill>
                  <a:srgbClr val="475569"/>
                </a:solidFill>
              </a:rPr>
              <a:t>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Presentation title </a:t>
            </a:r>
            <a:r>
              <a:rPr lang="en-US" sz="750" dirty="0">
                <a:solidFill>
                  <a:srgbClr val="64748B"/>
                </a:solidFill>
              </a:rPr>
              <a:t>| </a:t>
            </a:r>
            <a:r>
              <a:rPr lang="en-US" sz="750">
                <a:solidFill>
                  <a:srgbClr val="64748B"/>
                </a:solidFill>
              </a:rPr>
              <a:t>Subtitle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19104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8680" y="1664208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14984" y="1719072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19019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>
                <a:solidFill>
                  <a:srgbClr val="0F766E"/>
                </a:solidFill>
              </a:rPr>
              <a:t>Date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304288"/>
            <a:ext cx="17830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>
                <a:solidFill>
                  <a:srgbClr val="111827"/>
                </a:solidFill>
              </a:rPr>
              <a:t>Milestone headline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527048" y="3063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3657600" y="1664208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0" y="1727532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0" y="19019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>
                <a:solidFill>
                  <a:srgbClr val="22C55E"/>
                </a:solidFill>
              </a:rPr>
              <a:t>Date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86200" y="2304288"/>
            <a:ext cx="17830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>
                <a:solidFill>
                  <a:srgbClr val="111827"/>
                </a:solidFill>
              </a:rPr>
              <a:t>Milestone headline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315968" y="3063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446520" y="1664208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400" y="1719072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9400" y="19019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>
                <a:solidFill>
                  <a:srgbClr val="7C3AED"/>
                </a:solidFill>
              </a:rPr>
              <a:t>Date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2304288"/>
            <a:ext cx="17830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>
                <a:solidFill>
                  <a:srgbClr val="111827"/>
                </a:solidFill>
              </a:rPr>
              <a:t>Milestone headline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104888" y="3063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9235440" y="1664208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18320" y="1719072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18320" y="19019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>
                <a:solidFill>
                  <a:srgbClr val="F59E0B"/>
                </a:solidFill>
              </a:rPr>
              <a:t>Date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64040" y="2304288"/>
            <a:ext cx="17830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>
                <a:solidFill>
                  <a:srgbClr val="111827"/>
                </a:solidFill>
              </a:rPr>
              <a:t>Milestone headline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893808" y="3063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749808" y="41605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9808" y="416052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0976" y="4325112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Callout title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50976" y="4654296"/>
            <a:ext cx="28620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950976" y="5138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4480560" y="41605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80560" y="416052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81728" y="4325112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Callout title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681728" y="4654296"/>
            <a:ext cx="28620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point.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681728" y="5138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8211312" y="41605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11312" y="4160520"/>
            <a:ext cx="73152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12480" y="4325112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Callout title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412480" y="4654296"/>
            <a:ext cx="28620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8412480" y="5138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>
                <a:solidFill>
                  <a:srgbClr val="0F766E"/>
                </a:solidFill>
              </a:rPr>
              <a:t>SECTION LABEL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</a:rPr>
              <a:t>Headline goes 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Supporting sentence that frames </a:t>
            </a:r>
            <a:r>
              <a:rPr lang="en-US" sz="1000" dirty="0">
                <a:solidFill>
                  <a:srgbClr val="475569"/>
                </a:solidFill>
              </a:rPr>
              <a:t>the </a:t>
            </a:r>
            <a:r>
              <a:rPr lang="en-US" sz="1000">
                <a:solidFill>
                  <a:srgbClr val="475569"/>
                </a:solidFill>
              </a:rPr>
              <a:t>slide in one line</a:t>
            </a:r>
            <a:r>
              <a:rPr lang="en-US" sz="1000" dirty="0">
                <a:solidFill>
                  <a:srgbClr val="475569"/>
                </a:solidFill>
              </a:rPr>
              <a:t>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Presentation title </a:t>
            </a:r>
            <a:r>
              <a:rPr lang="en-US" sz="750" dirty="0">
                <a:solidFill>
                  <a:srgbClr val="64748B"/>
                </a:solidFill>
              </a:rPr>
              <a:t>| </a:t>
            </a:r>
            <a:r>
              <a:rPr lang="en-US" sz="750">
                <a:solidFill>
                  <a:srgbClr val="64748B"/>
                </a:solidFill>
              </a:rPr>
              <a:t>Subtitle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19104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572768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08" y="1572768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0976" y="1737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50976" y="2066544"/>
            <a:ext cx="2103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950976" y="26883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3456432" y="1572768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56432" y="1572768"/>
            <a:ext cx="73152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0" y="1737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0" y="2066544"/>
            <a:ext cx="2103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657600" y="26883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163056" y="1572768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63056" y="1572768"/>
            <a:ext cx="73152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64224" y="1737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64224" y="2066544"/>
            <a:ext cx="2103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364224" y="26883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8869680" y="1572768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869680" y="1572768"/>
            <a:ext cx="73152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070848" y="1737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070848" y="2066544"/>
            <a:ext cx="2103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9070848" y="26883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1060704" y="3730752"/>
            <a:ext cx="29718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60704" y="3730752"/>
            <a:ext cx="73152" cy="12252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61872" y="389534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261872" y="4224528"/>
            <a:ext cx="258775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1261872" y="4700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4599432" y="3730752"/>
            <a:ext cx="29718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99432" y="3730752"/>
            <a:ext cx="73152" cy="1225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389534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00600" y="4224528"/>
            <a:ext cx="258775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800600" y="4700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8138160" y="3730752"/>
            <a:ext cx="29718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138160" y="3730752"/>
            <a:ext cx="73152" cy="1225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339328" y="389534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339328" y="4224528"/>
            <a:ext cx="258775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8339328" y="4700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46" name="Shape 31">
            <a:extLst>
              <a:ext uri="{FF2B5EF4-FFF2-40B4-BE49-F238E27FC236}">
                <a16:creationId xmlns:a16="http://schemas.microsoft.com/office/drawing/2014/main" id="{7BC90531-CF47-5EFA-57FB-C02D9DE0F8DF}"/>
              </a:ext>
            </a:extLst>
          </p:cNvPr>
          <p:cNvSpPr/>
          <p:nvPr/>
        </p:nvSpPr>
        <p:spPr>
          <a:xfrm>
            <a:off x="6364224" y="5111496"/>
            <a:ext cx="29718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32">
            <a:extLst>
              <a:ext uri="{FF2B5EF4-FFF2-40B4-BE49-F238E27FC236}">
                <a16:creationId xmlns:a16="http://schemas.microsoft.com/office/drawing/2014/main" id="{D2D032DF-EF28-B2A3-5130-CF08C08C409A}"/>
              </a:ext>
            </a:extLst>
          </p:cNvPr>
          <p:cNvSpPr/>
          <p:nvPr/>
        </p:nvSpPr>
        <p:spPr>
          <a:xfrm>
            <a:off x="6364224" y="5065776"/>
            <a:ext cx="73152" cy="1225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33">
            <a:extLst>
              <a:ext uri="{FF2B5EF4-FFF2-40B4-BE49-F238E27FC236}">
                <a16:creationId xmlns:a16="http://schemas.microsoft.com/office/drawing/2014/main" id="{7931C962-737C-23BE-51C2-BF7E1DE6D00A}"/>
              </a:ext>
            </a:extLst>
          </p:cNvPr>
          <p:cNvSpPr/>
          <p:nvPr/>
        </p:nvSpPr>
        <p:spPr>
          <a:xfrm>
            <a:off x="6565392" y="5276088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Callout title</a:t>
            </a:r>
            <a:endParaRPr lang="en-US" sz="1150" dirty="0"/>
          </a:p>
        </p:txBody>
      </p:sp>
      <p:sp>
        <p:nvSpPr>
          <p:cNvPr id="52" name="Text 34">
            <a:extLst>
              <a:ext uri="{FF2B5EF4-FFF2-40B4-BE49-F238E27FC236}">
                <a16:creationId xmlns:a16="http://schemas.microsoft.com/office/drawing/2014/main" id="{DC85BE87-9A70-8B13-319D-BA87D0DC4131}"/>
              </a:ext>
            </a:extLst>
          </p:cNvPr>
          <p:cNvSpPr/>
          <p:nvPr/>
        </p:nvSpPr>
        <p:spPr>
          <a:xfrm>
            <a:off x="6565392" y="5605272"/>
            <a:ext cx="258775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br>
              <a:rPr lang="en-US" sz="880" dirty="0">
                <a:solidFill>
                  <a:srgbClr val="475569"/>
                </a:solidFill>
              </a:rPr>
            </a:br>
            <a:br>
              <a:rPr lang="en-US" sz="880" dirty="0">
                <a:solidFill>
                  <a:srgbClr val="475569"/>
                </a:solidFill>
              </a:rPr>
            </a:br>
            <a:r>
              <a:rPr lang="en-US" sz="900"/>
              <a:t>Source label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>
                <a:solidFill>
                  <a:srgbClr val="0F766E"/>
                </a:solidFill>
              </a:rPr>
              <a:t>SECTION LABEL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</a:rPr>
              <a:t>Headline goes 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Supporting note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Presentation title </a:t>
            </a:r>
            <a:r>
              <a:rPr lang="en-US" sz="750" dirty="0">
                <a:solidFill>
                  <a:srgbClr val="64748B"/>
                </a:solidFill>
              </a:rPr>
              <a:t>| </a:t>
            </a:r>
            <a:r>
              <a:rPr lang="en-US" sz="750">
                <a:solidFill>
                  <a:srgbClr val="64748B"/>
                </a:solidFill>
              </a:rPr>
              <a:t>Subtitle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19104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572768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08" y="1572768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0976" y="17373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50976" y="2066544"/>
            <a:ext cx="29535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950976" y="27340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4425696" y="1572768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25696" y="1572768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26864" y="17373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26864" y="2066544"/>
            <a:ext cx="29535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626864" y="27340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8101584" y="1572768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01584" y="1572768"/>
            <a:ext cx="73152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02752" y="17373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02752" y="2066544"/>
            <a:ext cx="29535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302752" y="27340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749808" y="3730752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9808" y="3730752"/>
            <a:ext cx="73152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0976" y="3895344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50976" y="4224528"/>
            <a:ext cx="29535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950976" y="4892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425696" y="3730752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25696" y="3730752"/>
            <a:ext cx="73152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26864" y="3895344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26864" y="4224528"/>
            <a:ext cx="29535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626864" y="4892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8101584" y="3730752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01584" y="3730752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302752" y="3895344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Card title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302752" y="4224528"/>
            <a:ext cx="29535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>
                <a:solidFill>
                  <a:srgbClr val="475569"/>
                </a:solidFill>
              </a:rPr>
              <a:t>One or two sentences describing this point</a:t>
            </a:r>
            <a:r>
              <a:rPr lang="en-US" sz="880" dirty="0">
                <a:solidFill>
                  <a:srgbClr val="475569"/>
                </a:solidFill>
              </a:rPr>
              <a:t>.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8302752" y="4892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>
                <a:solidFill>
                  <a:srgbClr val="0F766E"/>
                </a:solidFill>
              </a:rPr>
              <a:t>SECTION LABEL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</a:rPr>
              <a:t>Headline goes 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Supporting sentence that frames </a:t>
            </a:r>
            <a:r>
              <a:rPr lang="en-US" sz="1000" dirty="0">
                <a:solidFill>
                  <a:srgbClr val="475569"/>
                </a:solidFill>
              </a:rPr>
              <a:t>the </a:t>
            </a:r>
            <a:r>
              <a:rPr lang="en-US" sz="1000">
                <a:solidFill>
                  <a:srgbClr val="475569"/>
                </a:solidFill>
              </a:rPr>
              <a:t>slide in one line</a:t>
            </a:r>
            <a:r>
              <a:rPr lang="en-US" sz="1000" dirty="0">
                <a:solidFill>
                  <a:srgbClr val="475569"/>
                </a:solidFill>
              </a:rPr>
              <a:t>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Presentation title </a:t>
            </a:r>
            <a:r>
              <a:rPr lang="en-US" sz="750" dirty="0">
                <a:solidFill>
                  <a:srgbClr val="64748B"/>
                </a:solidFill>
              </a:rPr>
              <a:t>| </a:t>
            </a:r>
            <a:r>
              <a:rPr lang="en-US" sz="750">
                <a:solidFill>
                  <a:srgbClr val="64748B"/>
                </a:solidFill>
              </a:rPr>
              <a:t>Subtitle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19104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10881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" y="18105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>
                <a:solidFill>
                  <a:srgbClr val="0F766E"/>
                </a:solidFill>
              </a:rPr>
              <a:t>Column one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2834640" y="18105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>
                <a:solidFill>
                  <a:srgbClr val="0F766E"/>
                </a:solidFill>
              </a:rPr>
              <a:t>Column two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583680" y="18105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>
                <a:solidFill>
                  <a:srgbClr val="0F766E"/>
                </a:solidFill>
              </a:rPr>
              <a:t>Column three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15798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>
                <a:solidFill>
                  <a:srgbClr val="111827"/>
                </a:solidFill>
              </a:rPr>
              <a:t>Row label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2834640" y="2139696"/>
            <a:ext cx="32461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Short supporting detail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6583680" y="2139696"/>
            <a:ext cx="42793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One sentence describing the action or outcome</a:t>
            </a:r>
            <a:r>
              <a:rPr lang="en-US" sz="820" dirty="0">
                <a:solidFill>
                  <a:srgbClr val="475569"/>
                </a:solidFill>
              </a:rPr>
              <a:t>.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96112" y="2679192"/>
            <a:ext cx="1013155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6112" y="287121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>
                <a:solidFill>
                  <a:srgbClr val="111827"/>
                </a:solidFill>
              </a:rPr>
              <a:t>Row label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2834640" y="2852928"/>
            <a:ext cx="32461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Short supporting detail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83680" y="2852928"/>
            <a:ext cx="42793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One sentence describing </a:t>
            </a:r>
            <a:r>
              <a:rPr lang="en-US" sz="820" dirty="0">
                <a:solidFill>
                  <a:srgbClr val="475569"/>
                </a:solidFill>
              </a:rPr>
              <a:t>the </a:t>
            </a:r>
            <a:r>
              <a:rPr lang="en-US" sz="820">
                <a:solidFill>
                  <a:srgbClr val="475569"/>
                </a:solidFill>
              </a:rPr>
              <a:t>action or outcome</a:t>
            </a:r>
            <a:r>
              <a:rPr lang="en-US" sz="820" dirty="0">
                <a:solidFill>
                  <a:srgbClr val="475569"/>
                </a:solidFill>
              </a:rPr>
              <a:t>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96112" y="3392424"/>
            <a:ext cx="1013155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" y="35844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>
                <a:solidFill>
                  <a:srgbClr val="111827"/>
                </a:solidFill>
              </a:rPr>
              <a:t>Row label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2834640" y="3566160"/>
            <a:ext cx="32461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Short supporting detail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583680" y="3566160"/>
            <a:ext cx="42793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One sentence describing </a:t>
            </a:r>
            <a:r>
              <a:rPr lang="en-US" sz="820" dirty="0">
                <a:solidFill>
                  <a:srgbClr val="475569"/>
                </a:solidFill>
              </a:rPr>
              <a:t>the </a:t>
            </a:r>
            <a:r>
              <a:rPr lang="en-US" sz="820">
                <a:solidFill>
                  <a:srgbClr val="475569"/>
                </a:solidFill>
              </a:rPr>
              <a:t>action or outcome</a:t>
            </a:r>
            <a:r>
              <a:rPr lang="en-US" sz="820" dirty="0">
                <a:solidFill>
                  <a:srgbClr val="475569"/>
                </a:solidFill>
              </a:rPr>
              <a:t>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896112" y="4105656"/>
            <a:ext cx="1013155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6112" y="42976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>
                <a:solidFill>
                  <a:srgbClr val="111827"/>
                </a:solidFill>
              </a:rPr>
              <a:t>Row label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2834640" y="4279392"/>
            <a:ext cx="32461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Short supporting detail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6583680" y="4279392"/>
            <a:ext cx="42793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One sentence describing the action or outcome</a:t>
            </a:r>
            <a:r>
              <a:rPr lang="en-US" sz="820" dirty="0">
                <a:solidFill>
                  <a:srgbClr val="475569"/>
                </a:solidFill>
              </a:rPr>
              <a:t>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896112" y="4818888"/>
            <a:ext cx="10131552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96112" y="50109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>
                <a:solidFill>
                  <a:srgbClr val="111827"/>
                </a:solidFill>
              </a:rPr>
              <a:t>Row label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2834640" y="4992624"/>
            <a:ext cx="32461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Short supporting detail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583680" y="4992624"/>
            <a:ext cx="427939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20">
                <a:solidFill>
                  <a:srgbClr val="475569"/>
                </a:solidFill>
              </a:rPr>
              <a:t>One sentence describing the action or </a:t>
            </a:r>
            <a:r>
              <a:rPr lang="en-US" sz="820" dirty="0">
                <a:solidFill>
                  <a:srgbClr val="475569"/>
                </a:solidFill>
              </a:rPr>
              <a:t>outcome.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896112" y="56967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Sources: add source note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>
                <a:solidFill>
                  <a:srgbClr val="0F766E"/>
                </a:solidFill>
              </a:rPr>
              <a:t>SECTION LABEL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</a:rPr>
              <a:t>Headline goes 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Supporting sentence that frames </a:t>
            </a:r>
            <a:r>
              <a:rPr lang="en-US" sz="1000" dirty="0">
                <a:solidFill>
                  <a:srgbClr val="475569"/>
                </a:solidFill>
              </a:rPr>
              <a:t>the </a:t>
            </a:r>
            <a:r>
              <a:rPr lang="en-US" sz="1000">
                <a:solidFill>
                  <a:srgbClr val="475569"/>
                </a:solidFill>
              </a:rPr>
              <a:t>slide in one line</a:t>
            </a:r>
            <a:r>
              <a:rPr lang="en-US" sz="1000" dirty="0">
                <a:solidFill>
                  <a:srgbClr val="475569"/>
                </a:solidFill>
              </a:rPr>
              <a:t>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Presentation title </a:t>
            </a:r>
            <a:r>
              <a:rPr lang="en-US" sz="750" dirty="0">
                <a:solidFill>
                  <a:srgbClr val="64748B"/>
                </a:solidFill>
              </a:rPr>
              <a:t>| </a:t>
            </a:r>
            <a:r>
              <a:rPr lang="en-US" sz="750">
                <a:solidFill>
                  <a:srgbClr val="64748B"/>
                </a:solidFill>
              </a:rPr>
              <a:t>Subtitle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19104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3440" y="1920240"/>
            <a:ext cx="658368" cy="6583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3440" y="208483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u="sng">
                <a:solidFill>
                  <a:srgbClr val="FFFFFF"/>
                </a:solidFill>
              </a:rPr>
              <a:t>1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50976" y="212140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>
                <a:solidFill>
                  <a:srgbClr val="111827"/>
                </a:solidFill>
              </a:rPr>
              <a:t>Step one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969264" y="2596896"/>
            <a:ext cx="1901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>
                <a:solidFill>
                  <a:srgbClr val="475569"/>
                </a:solidFill>
              </a:rPr>
              <a:t>One sentence describing this step</a:t>
            </a:r>
            <a:r>
              <a:rPr lang="en-US" sz="840" dirty="0">
                <a:solidFill>
                  <a:srgbClr val="475569"/>
                </a:solidFill>
              </a:rPr>
              <a:t>.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1536192" y="379476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566160" y="1828800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71316" y="1920240"/>
            <a:ext cx="658368" cy="6583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71316" y="208483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u="sng">
                <a:solidFill>
                  <a:srgbClr val="FFFFFF"/>
                </a:solidFill>
              </a:rPr>
              <a:t>2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767328" y="212140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>
                <a:solidFill>
                  <a:srgbClr val="111827"/>
                </a:solidFill>
              </a:rPr>
              <a:t>Step two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785616" y="2596896"/>
            <a:ext cx="1901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>
                <a:solidFill>
                  <a:srgbClr val="475569"/>
                </a:solidFill>
              </a:rPr>
              <a:t>One sentence describing this step</a:t>
            </a:r>
            <a:r>
              <a:rPr lang="en-US" sz="840" dirty="0">
                <a:solidFill>
                  <a:srgbClr val="475569"/>
                </a:solidFill>
              </a:rPr>
              <a:t>.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4352544" y="379476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382512" y="1828800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87668" y="1920240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87668" y="208483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u="sng">
                <a:solidFill>
                  <a:srgbClr val="FFFFFF"/>
                </a:solidFill>
              </a:rPr>
              <a:t>3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6583680" y="212140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>
                <a:solidFill>
                  <a:srgbClr val="111827"/>
                </a:solidFill>
              </a:rPr>
              <a:t>Step three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6601968" y="2596896"/>
            <a:ext cx="1901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>
                <a:solidFill>
                  <a:srgbClr val="475569"/>
                </a:solidFill>
              </a:rPr>
              <a:t>One sentence describing this step</a:t>
            </a:r>
            <a:r>
              <a:rPr lang="en-US" sz="840" dirty="0">
                <a:solidFill>
                  <a:srgbClr val="475569"/>
                </a:solidFill>
              </a:rPr>
              <a:t>.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7168896" y="379476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9198864" y="1828800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291828" y="192024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291828" y="208483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u="sng">
                <a:solidFill>
                  <a:srgbClr val="FFFFFF"/>
                </a:solidFill>
              </a:rPr>
              <a:t>4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9400032" y="212140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>
                <a:solidFill>
                  <a:srgbClr val="111827"/>
                </a:solidFill>
              </a:rPr>
              <a:t>Step four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9418320" y="2596896"/>
            <a:ext cx="1901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>
                <a:solidFill>
                  <a:srgbClr val="475569"/>
                </a:solidFill>
              </a:rPr>
              <a:t>One sentence describing this step</a:t>
            </a:r>
            <a:r>
              <a:rPr lang="en-US" sz="840" dirty="0">
                <a:solidFill>
                  <a:srgbClr val="475569"/>
                </a:solidFill>
              </a:rPr>
              <a:t>.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9985248" y="379476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1024128" y="4754880"/>
            <a:ext cx="10149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24128" y="4754880"/>
            <a:ext cx="73152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225296" y="4919472"/>
            <a:ext cx="9765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11827"/>
                </a:solidFill>
              </a:rPr>
              <a:t>Recommended move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1225296" y="5248656"/>
            <a:ext cx="97657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One </a:t>
            </a:r>
            <a:r>
              <a:rPr lang="en-US" sz="1000" dirty="0">
                <a:solidFill>
                  <a:srgbClr val="475569"/>
                </a:solidFill>
              </a:rPr>
              <a:t>or </a:t>
            </a:r>
            <a:r>
              <a:rPr lang="en-US" sz="1000">
                <a:solidFill>
                  <a:srgbClr val="475569"/>
                </a:solidFill>
              </a:rPr>
              <a:t>two sentences describing the recommendation </a:t>
            </a:r>
            <a:r>
              <a:rPr lang="en-US" sz="1000" dirty="0">
                <a:solidFill>
                  <a:srgbClr val="475569"/>
                </a:solidFill>
              </a:rPr>
              <a:t>and </a:t>
            </a:r>
            <a:r>
              <a:rPr lang="en-US" sz="1000">
                <a:solidFill>
                  <a:srgbClr val="475569"/>
                </a:solidFill>
              </a:rPr>
              <a:t>what it unlocks</a:t>
            </a:r>
            <a:r>
              <a:rPr lang="en-US" sz="1000" dirty="0">
                <a:solidFill>
                  <a:srgbClr val="475569"/>
                </a:solidFill>
              </a:rPr>
              <a:t>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491472" y="55046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source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>
                <a:solidFill>
                  <a:srgbClr val="0F766E"/>
                </a:solidFill>
              </a:rPr>
              <a:t>SECTION LABEL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</a:rPr>
              <a:t>Headline goes 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Supporting sentence that frames the slide in one line</a:t>
            </a:r>
            <a:r>
              <a:rPr lang="en-US" sz="1000" dirty="0">
                <a:solidFill>
                  <a:srgbClr val="475569"/>
                </a:solidFill>
              </a:rPr>
              <a:t>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Presentation title </a:t>
            </a:r>
            <a:r>
              <a:rPr lang="en-US" sz="750" dirty="0">
                <a:solidFill>
                  <a:srgbClr val="64748B"/>
                </a:solidFill>
              </a:rPr>
              <a:t>| </a:t>
            </a:r>
            <a:r>
              <a:rPr lang="en-US" sz="750">
                <a:solidFill>
                  <a:srgbClr val="64748B"/>
                </a:solidFill>
              </a:rPr>
              <a:t>Subtitle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19104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517904"/>
            <a:ext cx="475488" cy="47548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481328" y="1481328"/>
            <a:ext cx="97840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19072" y="163677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b="1" u="sng">
                <a:solidFill>
                  <a:srgbClr val="111827"/>
                </a:solidFill>
              </a:rPr>
              <a:t>Action title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224528" y="1618488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>
                <a:solidFill>
                  <a:srgbClr val="475569"/>
                </a:solidFill>
              </a:rPr>
              <a:t>One sentence describing the action and its owner </a:t>
            </a:r>
            <a:r>
              <a:rPr lang="en-US" sz="860" dirty="0">
                <a:solidFill>
                  <a:srgbClr val="475569"/>
                </a:solidFill>
              </a:rPr>
              <a:t>or </a:t>
            </a:r>
            <a:r>
              <a:rPr lang="en-US" sz="860">
                <a:solidFill>
                  <a:srgbClr val="475569"/>
                </a:solidFill>
              </a:rPr>
              <a:t>scope</a:t>
            </a:r>
            <a:r>
              <a:rPr lang="en-US" sz="860" dirty="0">
                <a:solidFill>
                  <a:srgbClr val="475569"/>
                </a:solidFill>
              </a:rPr>
              <a:t>.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10497312" y="16642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link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822960" y="2386584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251460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481328" y="2350008"/>
            <a:ext cx="97840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19072" y="250545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b="1" u="sng">
                <a:solidFill>
                  <a:srgbClr val="111827"/>
                </a:solidFill>
              </a:rPr>
              <a:t>Action title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224528" y="2487168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>
                <a:solidFill>
                  <a:srgbClr val="475569"/>
                </a:solidFill>
              </a:rPr>
              <a:t>One sentence describing the action </a:t>
            </a:r>
            <a:r>
              <a:rPr lang="en-US" sz="860" dirty="0">
                <a:solidFill>
                  <a:srgbClr val="475569"/>
                </a:solidFill>
              </a:rPr>
              <a:t>and </a:t>
            </a:r>
            <a:r>
              <a:rPr lang="en-US" sz="860">
                <a:solidFill>
                  <a:srgbClr val="475569"/>
                </a:solidFill>
              </a:rPr>
              <a:t>its owner or scope</a:t>
            </a:r>
            <a:r>
              <a:rPr lang="en-US" sz="860" dirty="0">
                <a:solidFill>
                  <a:srgbClr val="475569"/>
                </a:solidFill>
              </a:rPr>
              <a:t>.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10497312" y="25328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link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822960" y="3255264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38328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481328" y="3218688"/>
            <a:ext cx="97840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719072" y="337413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b="1" u="sng">
                <a:solidFill>
                  <a:srgbClr val="111827"/>
                </a:solidFill>
              </a:rPr>
              <a:t>Action title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24528" y="3355848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>
                <a:solidFill>
                  <a:srgbClr val="475569"/>
                </a:solidFill>
              </a:rPr>
              <a:t>One sentence describing the action </a:t>
            </a:r>
            <a:r>
              <a:rPr lang="en-US" sz="860" dirty="0">
                <a:solidFill>
                  <a:srgbClr val="475569"/>
                </a:solidFill>
              </a:rPr>
              <a:t>and </a:t>
            </a:r>
            <a:r>
              <a:rPr lang="en-US" sz="860">
                <a:solidFill>
                  <a:srgbClr val="475569"/>
                </a:solidFill>
              </a:rPr>
              <a:t>its owner or scope</a:t>
            </a:r>
            <a:r>
              <a:rPr lang="en-US" sz="860" dirty="0">
                <a:solidFill>
                  <a:srgbClr val="475569"/>
                </a:solidFill>
              </a:rPr>
              <a:t>.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10497312" y="34015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link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822960" y="412394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" y="425196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481328" y="4087368"/>
            <a:ext cx="97840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719072" y="424281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b="1" u="sng">
                <a:solidFill>
                  <a:srgbClr val="111827"/>
                </a:solidFill>
              </a:rPr>
              <a:t>Action title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4224528" y="4224528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>
                <a:solidFill>
                  <a:srgbClr val="475569"/>
                </a:solidFill>
              </a:rPr>
              <a:t>One sentence describing </a:t>
            </a:r>
            <a:r>
              <a:rPr lang="en-US" sz="860" dirty="0">
                <a:solidFill>
                  <a:srgbClr val="475569"/>
                </a:solidFill>
              </a:rPr>
              <a:t>the </a:t>
            </a:r>
            <a:r>
              <a:rPr lang="en-US" sz="860">
                <a:solidFill>
                  <a:srgbClr val="475569"/>
                </a:solidFill>
              </a:rPr>
              <a:t>action and its owner or scope</a:t>
            </a:r>
            <a:r>
              <a:rPr lang="en-US" sz="860" dirty="0">
                <a:solidFill>
                  <a:srgbClr val="475569"/>
                </a:solidFill>
              </a:rPr>
              <a:t>.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10497312" y="42702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link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822960" y="4992624"/>
            <a:ext cx="475488" cy="47548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" y="512064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481328" y="4956048"/>
            <a:ext cx="97840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719072" y="511149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b="1" u="sng">
                <a:solidFill>
                  <a:srgbClr val="111827"/>
                </a:solidFill>
              </a:rPr>
              <a:t>Action title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4224528" y="5093208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>
                <a:solidFill>
                  <a:srgbClr val="475569"/>
                </a:solidFill>
              </a:rPr>
              <a:t>One sentence describing the action </a:t>
            </a:r>
            <a:r>
              <a:rPr lang="en-US" sz="860" dirty="0">
                <a:solidFill>
                  <a:srgbClr val="475569"/>
                </a:solidFill>
              </a:rPr>
              <a:t>and </a:t>
            </a:r>
            <a:r>
              <a:rPr lang="en-US" sz="860">
                <a:solidFill>
                  <a:srgbClr val="475569"/>
                </a:solidFill>
              </a:rPr>
              <a:t>its owner or scope</a:t>
            </a:r>
            <a:r>
              <a:rPr lang="en-US" sz="860" dirty="0">
                <a:solidFill>
                  <a:srgbClr val="475569"/>
                </a:solidFill>
              </a:rPr>
              <a:t>.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10497312" y="51389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>
                <a:solidFill>
                  <a:srgbClr val="2563EB"/>
                </a:solidFill>
              </a:rPr>
              <a:t>link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786384" y="6007608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60120" y="6099048"/>
            <a:ext cx="10195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F766E"/>
                </a:solidFill>
              </a:rPr>
              <a:t>Decision needed: </a:t>
            </a:r>
            <a:r>
              <a:rPr lang="en-US" sz="840" b="1">
                <a:solidFill>
                  <a:srgbClr val="0F766E"/>
                </a:solidFill>
              </a:rPr>
              <a:t>state </a:t>
            </a:r>
            <a:r>
              <a:rPr lang="en-US" sz="840" b="1" dirty="0">
                <a:solidFill>
                  <a:srgbClr val="0F766E"/>
                </a:solidFill>
              </a:rPr>
              <a:t>the </a:t>
            </a:r>
            <a:r>
              <a:rPr lang="en-US" sz="840" b="1">
                <a:solidFill>
                  <a:srgbClr val="0F766E"/>
                </a:solidFill>
              </a:rPr>
              <a:t>decision you are asking for</a:t>
            </a:r>
            <a:r>
              <a:rPr lang="en-US" sz="840" b="1" dirty="0">
                <a:solidFill>
                  <a:srgbClr val="0F766E"/>
                </a:solidFill>
              </a:rPr>
              <a:t>.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>
                <a:solidFill>
                  <a:srgbClr val="0F766E"/>
                </a:solidFill>
              </a:rPr>
              <a:t>SECTION LABEL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</a:rPr>
              <a:t>Headline goes 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</a:rPr>
              <a:t>Supporting sentence that frames </a:t>
            </a:r>
            <a:r>
              <a:rPr lang="en-US" sz="1000" dirty="0">
                <a:solidFill>
                  <a:srgbClr val="475569"/>
                </a:solidFill>
              </a:rPr>
              <a:t>the slide </a:t>
            </a:r>
            <a:r>
              <a:rPr lang="en-US" sz="1000">
                <a:solidFill>
                  <a:srgbClr val="475569"/>
                </a:solidFill>
              </a:rPr>
              <a:t>in one line</a:t>
            </a:r>
            <a:r>
              <a:rPr lang="en-US" sz="1000" dirty="0">
                <a:solidFill>
                  <a:srgbClr val="475569"/>
                </a:solidFill>
              </a:rPr>
              <a:t>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</a:rPr>
              <a:t>Presentation title </a:t>
            </a:r>
            <a:r>
              <a:rPr lang="en-US" sz="750" dirty="0">
                <a:solidFill>
                  <a:srgbClr val="64748B"/>
                </a:solidFill>
              </a:rPr>
              <a:t>| </a:t>
            </a:r>
            <a:r>
              <a:rPr lang="en-US" sz="750">
                <a:solidFill>
                  <a:srgbClr val="64748B"/>
                </a:solidFill>
              </a:rPr>
              <a:t>Subtitle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19104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481328"/>
            <a:ext cx="107442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0120" y="171907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06424" y="181051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960120" y="226771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06424" y="235915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960120" y="281635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06424" y="290779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960120" y="336499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06424" y="345643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960120" y="391363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06424" y="400507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60120" y="446227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06424" y="455371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960120" y="501091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06424" y="510235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4416552" y="171907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62856" y="181051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416552" y="226771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62856" y="235915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416552" y="281635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62856" y="290779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4416552" y="336499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62856" y="345643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416552" y="391363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62856" y="400507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4416552" y="446227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62856" y="455371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416552" y="501091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62856" y="510235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7872984" y="171907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019288" y="181051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7872984" y="226771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019288" y="235915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7872984" y="281635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19288" y="290779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7872984" y="336499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019288" y="345643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7872984" y="391363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019288" y="400507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7872984" y="446227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019288" y="455371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7872984" y="5010912"/>
            <a:ext cx="2880360" cy="347472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019288" y="510235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20" b="1" u="sng">
                <a:solidFill>
                  <a:srgbClr val="2563EB"/>
                </a:solidFill>
              </a:rPr>
              <a:t>Source label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960120" y="592531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i="1" dirty="0">
                <a:solidFill>
                  <a:srgbClr val="64748B"/>
                </a:solidFill>
              </a:rPr>
              <a:t>Source basis: </a:t>
            </a:r>
            <a:r>
              <a:rPr lang="en-US" sz="740" i="1">
                <a:solidFill>
                  <a:srgbClr val="64748B"/>
                </a:solidFill>
              </a:rPr>
              <a:t>describe where this material came from</a:t>
            </a:r>
            <a:r>
              <a:rPr lang="en-US" sz="740" i="1" dirty="0">
                <a:solidFill>
                  <a:srgbClr val="64748B"/>
                </a:solidFill>
              </a:rPr>
              <a:t>.</a:t>
            </a:r>
            <a:endParaRPr lang="en-US" sz="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C0874C7-0102-173F-3F6B-FDAFAB46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432A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004392-DF87-5975-9693-793B5DECB4DD}"/>
              </a:ext>
            </a:extLst>
          </p:cNvPr>
          <p:cNvSpPr txBox="1"/>
          <p:nvPr/>
        </p:nvSpPr>
        <p:spPr>
          <a:xfrm>
            <a:off x="584200" y="533400"/>
            <a:ext cx="381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FCD37D"/>
                </a:solidFill>
                <a:latin typeface="Aptos" panose="020B0004020202020204" pitchFamily="34" charset="0"/>
              </a:rPr>
              <a:t>SECTION LABEL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A7268-3CE7-2651-3326-138242BE079F}"/>
              </a:ext>
            </a:extLst>
          </p:cNvPr>
          <p:cNvSpPr txBox="1"/>
          <p:nvPr/>
        </p:nvSpPr>
        <p:spPr>
          <a:xfrm>
            <a:off x="584200" y="990600"/>
            <a:ext cx="7366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Aptos" panose="020B0004020202020204" pitchFamily="34" charset="0"/>
              </a:rPr>
              <a:t>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7E753-4493-C398-38B9-D25892FFAC49}"/>
              </a:ext>
            </a:extLst>
          </p:cNvPr>
          <p:cNvSpPr txBox="1"/>
          <p:nvPr/>
        </p:nvSpPr>
        <p:spPr>
          <a:xfrm>
            <a:off x="609600" y="1778000"/>
            <a:ext cx="457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nb-NO" sz="2200" b="1">
                <a:solidFill>
                  <a:srgbClr val="F6EADD"/>
                </a:solidFill>
                <a:latin typeface="Aptos" panose="020B0004020202020204" pitchFamily="34" charset="0"/>
              </a:rPr>
              <a:t>Start date - end date</a:t>
            </a:r>
            <a:endParaRPr lang="en-US" sz="2200" b="1">
              <a:solidFill>
                <a:srgbClr val="F6EADD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E656A9-37DD-1D32-91B2-A6B99C4D52F9}"/>
              </a:ext>
            </a:extLst>
          </p:cNvPr>
          <p:cNvSpPr txBox="1"/>
          <p:nvPr/>
        </p:nvSpPr>
        <p:spPr>
          <a:xfrm>
            <a:off x="609600" y="2895600"/>
            <a:ext cx="1003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>
                <a:solidFill>
                  <a:srgbClr val="FFFFFF"/>
                </a:solidFill>
                <a:latin typeface="Aptos" panose="020B0004020202020204" pitchFamily="34" charset="0"/>
              </a:rPr>
              <a:t>One or two sentences introducing what this section covers.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B93A5A-7712-BD1A-43A8-01010290C560}"/>
              </a:ext>
            </a:extLst>
          </p:cNvPr>
          <p:cNvSpPr/>
          <p:nvPr/>
        </p:nvSpPr>
        <p:spPr>
          <a:xfrm>
            <a:off x="9118600" y="889000"/>
            <a:ext cx="2133600" cy="2133600"/>
          </a:xfrm>
          <a:prstGeom prst="roundRect">
            <a:avLst/>
          </a:prstGeom>
          <a:solidFill>
            <a:srgbClr val="7D5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FB5C04-F819-350D-D276-7B344FDFD0CA}"/>
              </a:ext>
            </a:extLst>
          </p:cNvPr>
          <p:cNvSpPr txBox="1"/>
          <p:nvPr/>
        </p:nvSpPr>
        <p:spPr>
          <a:xfrm>
            <a:off x="9779000" y="1168400"/>
            <a:ext cx="889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95EBFD-646A-82B8-28F3-E3829FD083EE}"/>
              </a:ext>
            </a:extLst>
          </p:cNvPr>
          <p:cNvSpPr txBox="1"/>
          <p:nvPr/>
        </p:nvSpPr>
        <p:spPr>
          <a:xfrm>
            <a:off x="9436100" y="2032000"/>
            <a:ext cx="152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F6EADD"/>
                </a:solidFill>
                <a:latin typeface="Aptos" panose="020B0004020202020204" pitchFamily="34" charset="0"/>
              </a:rPr>
              <a:t>stat label</a:t>
            </a:r>
          </a:p>
        </p:txBody>
      </p:sp>
    </p:spTree>
    <p:extLst>
      <p:ext uri="{BB962C8B-B14F-4D97-AF65-F5344CB8AC3E}">
        <p14:creationId xmlns:p14="http://schemas.microsoft.com/office/powerpoint/2010/main" val="98682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62053A1-755D-D396-EA51-B305349F48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6772FB-764D-5CE7-EF2E-72BC5DC79684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oundRect">
            <a:avLst/>
          </a:prstGeom>
          <a:solidFill>
            <a:srgbClr val="4F3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86B9B-B151-8EC0-5046-AF71560031DF}"/>
              </a:ext>
            </a:extLst>
          </p:cNvPr>
          <p:cNvSpPr txBox="1"/>
          <p:nvPr/>
        </p:nvSpPr>
        <p:spPr>
          <a:xfrm>
            <a:off x="457200" y="177800"/>
            <a:ext cx="304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FCD37D"/>
                </a:solidFill>
                <a:latin typeface="Aptos" panose="020B0004020202020204" pitchFamily="34" charset="0"/>
              </a:rPr>
              <a:t>SECTION LABEL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1E1AF1-A797-3C49-98E0-56066C642BC1}"/>
              </a:ext>
            </a:extLst>
          </p:cNvPr>
          <p:cNvSpPr txBox="1"/>
          <p:nvPr/>
        </p:nvSpPr>
        <p:spPr>
          <a:xfrm>
            <a:off x="457200" y="406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Headline goes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DCF45D-05AC-E8D2-B4C4-DD79D1511064}"/>
              </a:ext>
            </a:extLst>
          </p:cNvPr>
          <p:cNvSpPr txBox="1"/>
          <p:nvPr/>
        </p:nvSpPr>
        <p:spPr>
          <a:xfrm>
            <a:off x="457200" y="11176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Supporting sentence that frames the slide in one line.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6A44D-1668-2B77-1A3F-2C0B3C86664D}"/>
              </a:ext>
            </a:extLst>
          </p:cNvPr>
          <p:cNvSpPr txBox="1"/>
          <p:nvPr/>
        </p:nvSpPr>
        <p:spPr>
          <a:xfrm>
            <a:off x="11455400" y="381000"/>
            <a:ext cx="45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A5AEA1-22AB-C623-47E5-F639E07287CF}"/>
              </a:ext>
            </a:extLst>
          </p:cNvPr>
          <p:cNvSpPr/>
          <p:nvPr/>
        </p:nvSpPr>
        <p:spPr>
          <a:xfrm>
            <a:off x="685800" y="1676400"/>
            <a:ext cx="5080000" cy="1524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06D96A-4D2B-2248-3247-B615D5B6974F}"/>
              </a:ext>
            </a:extLst>
          </p:cNvPr>
          <p:cNvSpPr/>
          <p:nvPr/>
        </p:nvSpPr>
        <p:spPr>
          <a:xfrm>
            <a:off x="685800" y="1676400"/>
            <a:ext cx="76200" cy="1524000"/>
          </a:xfrm>
          <a:prstGeom prst="rect">
            <a:avLst/>
          </a:prstGeom>
          <a:solidFill>
            <a:srgbClr val="EB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210A5B-0E96-291A-665C-80D7094D7DEF}"/>
              </a:ext>
            </a:extLst>
          </p:cNvPr>
          <p:cNvSpPr txBox="1"/>
          <p:nvPr/>
        </p:nvSpPr>
        <p:spPr>
          <a:xfrm>
            <a:off x="889000" y="1828800"/>
            <a:ext cx="472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2C8EF8-6C96-F100-01F3-8DBF420DB143}"/>
              </a:ext>
            </a:extLst>
          </p:cNvPr>
          <p:cNvSpPr txBox="1"/>
          <p:nvPr/>
        </p:nvSpPr>
        <p:spPr>
          <a:xfrm>
            <a:off x="889000" y="2209800"/>
            <a:ext cx="472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A88384D-839C-7151-7F16-9360E76C7CAB}"/>
              </a:ext>
            </a:extLst>
          </p:cNvPr>
          <p:cNvSpPr/>
          <p:nvPr/>
        </p:nvSpPr>
        <p:spPr>
          <a:xfrm>
            <a:off x="6426200" y="1676400"/>
            <a:ext cx="5080000" cy="1524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57BADD-9EEF-4FC9-EA23-ADD480D01F67}"/>
              </a:ext>
            </a:extLst>
          </p:cNvPr>
          <p:cNvSpPr/>
          <p:nvPr/>
        </p:nvSpPr>
        <p:spPr>
          <a:xfrm>
            <a:off x="6426200" y="1676400"/>
            <a:ext cx="76200" cy="1524000"/>
          </a:xfrm>
          <a:prstGeom prst="rect">
            <a:avLst/>
          </a:prstGeom>
          <a:solidFill>
            <a:srgbClr val="69960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D323F3-65F9-C404-11BF-E971732E7D22}"/>
              </a:ext>
            </a:extLst>
          </p:cNvPr>
          <p:cNvSpPr txBox="1"/>
          <p:nvPr/>
        </p:nvSpPr>
        <p:spPr>
          <a:xfrm>
            <a:off x="6629400" y="1828800"/>
            <a:ext cx="472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FD8C7B-DB20-AF12-700E-CC1B355372FD}"/>
              </a:ext>
            </a:extLst>
          </p:cNvPr>
          <p:cNvSpPr txBox="1"/>
          <p:nvPr/>
        </p:nvSpPr>
        <p:spPr>
          <a:xfrm>
            <a:off x="6629400" y="2209800"/>
            <a:ext cx="472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C7FEA0-8F3D-BD9E-46F4-D6A2B4C393B6}"/>
              </a:ext>
            </a:extLst>
          </p:cNvPr>
          <p:cNvSpPr/>
          <p:nvPr/>
        </p:nvSpPr>
        <p:spPr>
          <a:xfrm>
            <a:off x="685800" y="3708400"/>
            <a:ext cx="5080000" cy="13208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55A754-0439-FE4F-0B63-AA8746E1E091}"/>
              </a:ext>
            </a:extLst>
          </p:cNvPr>
          <p:cNvSpPr/>
          <p:nvPr/>
        </p:nvSpPr>
        <p:spPr>
          <a:xfrm>
            <a:off x="685800" y="3708400"/>
            <a:ext cx="76200" cy="1320800"/>
          </a:xfrm>
          <a:prstGeom prst="rect">
            <a:avLst/>
          </a:prstGeom>
          <a:solidFill>
            <a:srgbClr val="ED3A7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ABEEFC-95E0-6BEA-B411-50106BC14AE6}"/>
              </a:ext>
            </a:extLst>
          </p:cNvPr>
          <p:cNvSpPr txBox="1"/>
          <p:nvPr/>
        </p:nvSpPr>
        <p:spPr>
          <a:xfrm>
            <a:off x="889000" y="3860800"/>
            <a:ext cx="472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17F3D6-AC69-2473-A6DF-B664E21B21A1}"/>
              </a:ext>
            </a:extLst>
          </p:cNvPr>
          <p:cNvSpPr txBox="1"/>
          <p:nvPr/>
        </p:nvSpPr>
        <p:spPr>
          <a:xfrm>
            <a:off x="889000" y="4241800"/>
            <a:ext cx="472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2A4B5F-BAF4-259D-0540-84BFFFF0E430}"/>
              </a:ext>
            </a:extLst>
          </p:cNvPr>
          <p:cNvSpPr/>
          <p:nvPr/>
        </p:nvSpPr>
        <p:spPr>
          <a:xfrm>
            <a:off x="6426200" y="3708400"/>
            <a:ext cx="5080000" cy="13208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C9F952-B72B-E734-5363-8EB71C1BDADE}"/>
              </a:ext>
            </a:extLst>
          </p:cNvPr>
          <p:cNvSpPr/>
          <p:nvPr/>
        </p:nvSpPr>
        <p:spPr>
          <a:xfrm>
            <a:off x="6426200" y="3708400"/>
            <a:ext cx="76200" cy="1320800"/>
          </a:xfrm>
          <a:prstGeom prst="rect">
            <a:avLst/>
          </a:prstGeom>
          <a:solidFill>
            <a:srgbClr val="0C5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DFAAD2-503C-5BF1-D243-0B6CC960011E}"/>
              </a:ext>
            </a:extLst>
          </p:cNvPr>
          <p:cNvSpPr txBox="1"/>
          <p:nvPr/>
        </p:nvSpPr>
        <p:spPr>
          <a:xfrm>
            <a:off x="6629400" y="3860800"/>
            <a:ext cx="472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9B16C9-902E-B6E2-1F67-7F0C6CA3BEBF}"/>
              </a:ext>
            </a:extLst>
          </p:cNvPr>
          <p:cNvSpPr txBox="1"/>
          <p:nvPr/>
        </p:nvSpPr>
        <p:spPr>
          <a:xfrm>
            <a:off x="6629400" y="4241800"/>
            <a:ext cx="472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EE4B81-F384-6332-ABC2-F572965321D4}"/>
              </a:ext>
            </a:extLst>
          </p:cNvPr>
          <p:cNvSpPr txBox="1"/>
          <p:nvPr/>
        </p:nvSpPr>
        <p:spPr>
          <a:xfrm>
            <a:off x="685800" y="5867400"/>
            <a:ext cx="1041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4F3216"/>
                </a:solidFill>
                <a:latin typeface="Aptos" panose="020B0004020202020204" pitchFamily="34" charset="0"/>
              </a:rPr>
              <a:t>Why it matters: </a:t>
            </a:r>
            <a:r>
              <a:rPr lang="en-US" sz="1600" b="1">
                <a:solidFill>
                  <a:srgbClr val="4F3216"/>
                </a:solidFill>
                <a:latin typeface="Aptos" panose="020B0004020202020204" pitchFamily="34" charset="0"/>
              </a:rPr>
              <a:t>one line on </a:t>
            </a:r>
            <a:r>
              <a:rPr lang="en-US" sz="1600" b="1" dirty="0">
                <a:solidFill>
                  <a:srgbClr val="4F3216"/>
                </a:solidFill>
                <a:latin typeface="Aptos" panose="020B0004020202020204" pitchFamily="34" charset="0"/>
              </a:rPr>
              <a:t>the </a:t>
            </a:r>
            <a:r>
              <a:rPr lang="en-US" sz="1600" b="1">
                <a:solidFill>
                  <a:srgbClr val="4F3216"/>
                </a:solidFill>
                <a:latin typeface="Aptos" panose="020B0004020202020204" pitchFamily="34" charset="0"/>
              </a:rPr>
              <a:t>implication </a:t>
            </a:r>
            <a:r>
              <a:rPr lang="en-US" sz="1600" b="1" dirty="0">
                <a:solidFill>
                  <a:srgbClr val="4F3216"/>
                </a:solidFill>
                <a:latin typeface="Aptos" panose="020B0004020202020204" pitchFamily="34" charset="0"/>
              </a:rPr>
              <a:t>for </a:t>
            </a:r>
            <a:r>
              <a:rPr lang="en-US" sz="1600" b="1">
                <a:solidFill>
                  <a:srgbClr val="4F3216"/>
                </a:solidFill>
                <a:latin typeface="Aptos" panose="020B0004020202020204" pitchFamily="34" charset="0"/>
              </a:rPr>
              <a:t>the audience</a:t>
            </a:r>
            <a:r>
              <a:rPr lang="en-US" sz="1600" b="1" dirty="0">
                <a:solidFill>
                  <a:srgbClr val="4F3216"/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3618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54A0C1-7301-72C6-DC8F-2D90C5BB82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A96DC0-7CEE-3577-6388-96C8AF37B4C4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oundRect">
            <a:avLst/>
          </a:prstGeom>
          <a:solidFill>
            <a:srgbClr val="4F3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0E6C1-042F-0F4E-98B9-25FAECECD0AD}"/>
              </a:ext>
            </a:extLst>
          </p:cNvPr>
          <p:cNvSpPr txBox="1"/>
          <p:nvPr/>
        </p:nvSpPr>
        <p:spPr>
          <a:xfrm>
            <a:off x="457200" y="177800"/>
            <a:ext cx="304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FCD37D"/>
                </a:solidFill>
                <a:latin typeface="Aptos" panose="020B0004020202020204" pitchFamily="34" charset="0"/>
              </a:rPr>
              <a:t>SECTION LABEL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BAFAD-DFCC-63CC-D7B4-4C0AFF4906D2}"/>
              </a:ext>
            </a:extLst>
          </p:cNvPr>
          <p:cNvSpPr txBox="1"/>
          <p:nvPr/>
        </p:nvSpPr>
        <p:spPr>
          <a:xfrm>
            <a:off x="457200" y="406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Headline goes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9B65E-D0A1-B299-30AF-5A3D2155EF3D}"/>
              </a:ext>
            </a:extLst>
          </p:cNvPr>
          <p:cNvSpPr txBox="1"/>
          <p:nvPr/>
        </p:nvSpPr>
        <p:spPr>
          <a:xfrm>
            <a:off x="457200" y="11176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Supporting sentence that frames the slide in one line.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51648A-853A-7DB1-71E9-74777F8CEDDD}"/>
              </a:ext>
            </a:extLst>
          </p:cNvPr>
          <p:cNvSpPr txBox="1"/>
          <p:nvPr/>
        </p:nvSpPr>
        <p:spPr>
          <a:xfrm>
            <a:off x="11455400" y="381000"/>
            <a:ext cx="45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8FE680-FE49-8C7B-50A1-AEF3FC649C9E}"/>
              </a:ext>
            </a:extLst>
          </p:cNvPr>
          <p:cNvSpPr/>
          <p:nvPr/>
        </p:nvSpPr>
        <p:spPr>
          <a:xfrm>
            <a:off x="558800" y="16510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529573-04FA-9088-7724-82E41E1A5913}"/>
              </a:ext>
            </a:extLst>
          </p:cNvPr>
          <p:cNvSpPr/>
          <p:nvPr/>
        </p:nvSpPr>
        <p:spPr>
          <a:xfrm>
            <a:off x="558800" y="1651000"/>
            <a:ext cx="76200" cy="1270000"/>
          </a:xfrm>
          <a:prstGeom prst="rect">
            <a:avLst/>
          </a:prstGeom>
          <a:solidFill>
            <a:srgbClr val="EB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397BD6-3222-A873-1AF8-AEBCFF46D3D2}"/>
              </a:ext>
            </a:extLst>
          </p:cNvPr>
          <p:cNvSpPr txBox="1"/>
          <p:nvPr/>
        </p:nvSpPr>
        <p:spPr>
          <a:xfrm>
            <a:off x="762000" y="18034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4070D0-58FA-1A20-A48A-77D2E8341EDE}"/>
              </a:ext>
            </a:extLst>
          </p:cNvPr>
          <p:cNvSpPr txBox="1"/>
          <p:nvPr/>
        </p:nvSpPr>
        <p:spPr>
          <a:xfrm>
            <a:off x="762000" y="21844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69F6AB-8777-36D5-95C4-82E04EB06A41}"/>
              </a:ext>
            </a:extLst>
          </p:cNvPr>
          <p:cNvSpPr/>
          <p:nvPr/>
        </p:nvSpPr>
        <p:spPr>
          <a:xfrm>
            <a:off x="4368800" y="16510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A19C05-AE7D-4A18-9FFA-4A2CB0C43F06}"/>
              </a:ext>
            </a:extLst>
          </p:cNvPr>
          <p:cNvSpPr/>
          <p:nvPr/>
        </p:nvSpPr>
        <p:spPr>
          <a:xfrm>
            <a:off x="4368800" y="1651000"/>
            <a:ext cx="76200" cy="1270000"/>
          </a:xfrm>
          <a:prstGeom prst="rect">
            <a:avLst/>
          </a:prstGeom>
          <a:solidFill>
            <a:srgbClr val="69960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4FFB1-89D0-A549-9136-EAD1E3A6F7BF}"/>
              </a:ext>
            </a:extLst>
          </p:cNvPr>
          <p:cNvSpPr txBox="1"/>
          <p:nvPr/>
        </p:nvSpPr>
        <p:spPr>
          <a:xfrm>
            <a:off x="4572000" y="18034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2AC5B9-C144-F3C0-A461-6CA570346937}"/>
              </a:ext>
            </a:extLst>
          </p:cNvPr>
          <p:cNvSpPr txBox="1"/>
          <p:nvPr/>
        </p:nvSpPr>
        <p:spPr>
          <a:xfrm>
            <a:off x="4572000" y="21844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F63C5B-C77E-0513-5AED-CF9DC390C68A}"/>
              </a:ext>
            </a:extLst>
          </p:cNvPr>
          <p:cNvSpPr/>
          <p:nvPr/>
        </p:nvSpPr>
        <p:spPr>
          <a:xfrm>
            <a:off x="8178800" y="16510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804A94-F150-2ED4-2369-E50FDB20D906}"/>
              </a:ext>
            </a:extLst>
          </p:cNvPr>
          <p:cNvSpPr/>
          <p:nvPr/>
        </p:nvSpPr>
        <p:spPr>
          <a:xfrm>
            <a:off x="8178800" y="1651000"/>
            <a:ext cx="76200" cy="1270000"/>
          </a:xfrm>
          <a:prstGeom prst="rect">
            <a:avLst/>
          </a:prstGeom>
          <a:solidFill>
            <a:srgbClr val="ED3A7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035E8E-91C5-5C78-463A-1E39B3F19090}"/>
              </a:ext>
            </a:extLst>
          </p:cNvPr>
          <p:cNvSpPr txBox="1"/>
          <p:nvPr/>
        </p:nvSpPr>
        <p:spPr>
          <a:xfrm>
            <a:off x="8382000" y="18034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10886C-5521-EAA0-02CB-9F949200F329}"/>
              </a:ext>
            </a:extLst>
          </p:cNvPr>
          <p:cNvSpPr txBox="1"/>
          <p:nvPr/>
        </p:nvSpPr>
        <p:spPr>
          <a:xfrm>
            <a:off x="8382000" y="21844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DA891BD-639E-16E0-D7DD-ED1D930FFD7B}"/>
              </a:ext>
            </a:extLst>
          </p:cNvPr>
          <p:cNvSpPr/>
          <p:nvPr/>
        </p:nvSpPr>
        <p:spPr>
          <a:xfrm>
            <a:off x="558800" y="34544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EC00D-62C1-5F7D-565C-149A8CD25A2C}"/>
              </a:ext>
            </a:extLst>
          </p:cNvPr>
          <p:cNvSpPr/>
          <p:nvPr/>
        </p:nvSpPr>
        <p:spPr>
          <a:xfrm>
            <a:off x="558800" y="3454400"/>
            <a:ext cx="76200" cy="1270000"/>
          </a:xfrm>
          <a:prstGeom prst="rect">
            <a:avLst/>
          </a:prstGeom>
          <a:solidFill>
            <a:srgbClr val="0C5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811BF6-B424-EF2D-ABC3-13DC23360466}"/>
              </a:ext>
            </a:extLst>
          </p:cNvPr>
          <p:cNvSpPr txBox="1"/>
          <p:nvPr/>
        </p:nvSpPr>
        <p:spPr>
          <a:xfrm>
            <a:off x="762000" y="36068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45EB64-EC17-2081-42A3-1CB7B71ADD5D}"/>
              </a:ext>
            </a:extLst>
          </p:cNvPr>
          <p:cNvSpPr txBox="1"/>
          <p:nvPr/>
        </p:nvSpPr>
        <p:spPr>
          <a:xfrm>
            <a:off x="762000" y="39878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9B69590-0896-F3AA-C606-3F9AD53B01A4}"/>
              </a:ext>
            </a:extLst>
          </p:cNvPr>
          <p:cNvSpPr/>
          <p:nvPr/>
        </p:nvSpPr>
        <p:spPr>
          <a:xfrm>
            <a:off x="4368800" y="34544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2AAD31-5888-5861-9DEC-AAAF82E8FB77}"/>
              </a:ext>
            </a:extLst>
          </p:cNvPr>
          <p:cNvSpPr/>
          <p:nvPr/>
        </p:nvSpPr>
        <p:spPr>
          <a:xfrm>
            <a:off x="4368800" y="3454400"/>
            <a:ext cx="76200" cy="12700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5F3D50-027F-3039-A1D1-A1944C87249B}"/>
              </a:ext>
            </a:extLst>
          </p:cNvPr>
          <p:cNvSpPr txBox="1"/>
          <p:nvPr/>
        </p:nvSpPr>
        <p:spPr>
          <a:xfrm>
            <a:off x="4572000" y="36068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03E264-EBF1-797A-4603-2431206919A6}"/>
              </a:ext>
            </a:extLst>
          </p:cNvPr>
          <p:cNvSpPr txBox="1"/>
          <p:nvPr/>
        </p:nvSpPr>
        <p:spPr>
          <a:xfrm>
            <a:off x="4572000" y="39878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A5A086D-24A2-BA9F-D845-1109F3F8F3D1}"/>
              </a:ext>
            </a:extLst>
          </p:cNvPr>
          <p:cNvSpPr/>
          <p:nvPr/>
        </p:nvSpPr>
        <p:spPr>
          <a:xfrm>
            <a:off x="8178800" y="34544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56D55C-4116-4E52-34BE-C6259C2D8037}"/>
              </a:ext>
            </a:extLst>
          </p:cNvPr>
          <p:cNvSpPr/>
          <p:nvPr/>
        </p:nvSpPr>
        <p:spPr>
          <a:xfrm>
            <a:off x="8178800" y="3454400"/>
            <a:ext cx="76200" cy="1270000"/>
          </a:xfrm>
          <a:prstGeom prst="rect">
            <a:avLst/>
          </a:prstGeom>
          <a:solidFill>
            <a:srgbClr val="90740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481EDC-B652-54E0-4045-5518847E6A3A}"/>
              </a:ext>
            </a:extLst>
          </p:cNvPr>
          <p:cNvSpPr txBox="1"/>
          <p:nvPr/>
        </p:nvSpPr>
        <p:spPr>
          <a:xfrm>
            <a:off x="8382000" y="36068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00D383-27FC-D4FD-E216-0A6454F21635}"/>
              </a:ext>
            </a:extLst>
          </p:cNvPr>
          <p:cNvSpPr txBox="1"/>
          <p:nvPr/>
        </p:nvSpPr>
        <p:spPr>
          <a:xfrm>
            <a:off x="8382000" y="39878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</p:spTree>
    <p:extLst>
      <p:ext uri="{BB962C8B-B14F-4D97-AF65-F5344CB8AC3E}">
        <p14:creationId xmlns:p14="http://schemas.microsoft.com/office/powerpoint/2010/main" val="1287354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DA4205-71EA-45DD-8D26-A300D13470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8C2473-1226-CB4C-8FB6-76A7DD91043F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oundRect">
            <a:avLst/>
          </a:prstGeom>
          <a:solidFill>
            <a:srgbClr val="4F3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39DC6-BEF0-C829-E339-A94580541255}"/>
              </a:ext>
            </a:extLst>
          </p:cNvPr>
          <p:cNvSpPr txBox="1"/>
          <p:nvPr/>
        </p:nvSpPr>
        <p:spPr>
          <a:xfrm>
            <a:off x="457200" y="177800"/>
            <a:ext cx="304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FCD37D"/>
                </a:solidFill>
                <a:latin typeface="Aptos" panose="020B0004020202020204" pitchFamily="34" charset="0"/>
              </a:rPr>
              <a:t>SECTION LABEL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EDE33-2111-7B4D-3B6A-8BEBEF05D6CF}"/>
              </a:ext>
            </a:extLst>
          </p:cNvPr>
          <p:cNvSpPr txBox="1"/>
          <p:nvPr/>
        </p:nvSpPr>
        <p:spPr>
          <a:xfrm>
            <a:off x="457200" y="406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Headline goes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7E9FA9-FD21-579D-7415-2E6DFA88B817}"/>
              </a:ext>
            </a:extLst>
          </p:cNvPr>
          <p:cNvSpPr txBox="1"/>
          <p:nvPr/>
        </p:nvSpPr>
        <p:spPr>
          <a:xfrm>
            <a:off x="457200" y="11176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Supporting sentence that frames the slide in one line.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9B0970-DFDF-7685-567C-419A80D0DFEE}"/>
              </a:ext>
            </a:extLst>
          </p:cNvPr>
          <p:cNvSpPr txBox="1"/>
          <p:nvPr/>
        </p:nvSpPr>
        <p:spPr>
          <a:xfrm>
            <a:off x="11455400" y="381000"/>
            <a:ext cx="45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FD1683-1EB2-9D6C-21B3-BC42429FCB17}"/>
              </a:ext>
            </a:extLst>
          </p:cNvPr>
          <p:cNvSpPr/>
          <p:nvPr/>
        </p:nvSpPr>
        <p:spPr>
          <a:xfrm>
            <a:off x="685800" y="1651000"/>
            <a:ext cx="3302000" cy="1905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60B002-2B9E-446C-FC97-69437CC23099}"/>
              </a:ext>
            </a:extLst>
          </p:cNvPr>
          <p:cNvSpPr/>
          <p:nvPr/>
        </p:nvSpPr>
        <p:spPr>
          <a:xfrm>
            <a:off x="685800" y="1651000"/>
            <a:ext cx="76200" cy="1905000"/>
          </a:xfrm>
          <a:prstGeom prst="rect">
            <a:avLst/>
          </a:prstGeom>
          <a:solidFill>
            <a:srgbClr val="EB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511A91-C0AF-3A16-6F96-C30207710A82}"/>
              </a:ext>
            </a:extLst>
          </p:cNvPr>
          <p:cNvSpPr txBox="1"/>
          <p:nvPr/>
        </p:nvSpPr>
        <p:spPr>
          <a:xfrm>
            <a:off x="889000" y="1803400"/>
            <a:ext cx="2946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C99254-89F0-5108-02EE-ABD1F66D421A}"/>
              </a:ext>
            </a:extLst>
          </p:cNvPr>
          <p:cNvSpPr txBox="1"/>
          <p:nvPr/>
        </p:nvSpPr>
        <p:spPr>
          <a:xfrm>
            <a:off x="889000" y="2184400"/>
            <a:ext cx="2946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1B10A5-5BAE-9B33-7B41-EBAD8FB614C0}"/>
              </a:ext>
            </a:extLst>
          </p:cNvPr>
          <p:cNvSpPr/>
          <p:nvPr/>
        </p:nvSpPr>
        <p:spPr>
          <a:xfrm>
            <a:off x="4445000" y="1651000"/>
            <a:ext cx="3302000" cy="1905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F91530-53E5-CE31-923D-D229C6463199}"/>
              </a:ext>
            </a:extLst>
          </p:cNvPr>
          <p:cNvSpPr/>
          <p:nvPr/>
        </p:nvSpPr>
        <p:spPr>
          <a:xfrm>
            <a:off x="4445000" y="1651000"/>
            <a:ext cx="76200" cy="19050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2C1C63-FC13-5E3E-3C92-B05842864843}"/>
              </a:ext>
            </a:extLst>
          </p:cNvPr>
          <p:cNvSpPr txBox="1"/>
          <p:nvPr/>
        </p:nvSpPr>
        <p:spPr>
          <a:xfrm>
            <a:off x="4648200" y="1803400"/>
            <a:ext cx="2946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523CF5-8576-3D9F-4DE0-EBED816D742F}"/>
              </a:ext>
            </a:extLst>
          </p:cNvPr>
          <p:cNvSpPr txBox="1"/>
          <p:nvPr/>
        </p:nvSpPr>
        <p:spPr>
          <a:xfrm>
            <a:off x="4648200" y="2184400"/>
            <a:ext cx="2946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A47A8B6-50BD-4CC6-55E3-F9869B1EB4E5}"/>
              </a:ext>
            </a:extLst>
          </p:cNvPr>
          <p:cNvSpPr/>
          <p:nvPr/>
        </p:nvSpPr>
        <p:spPr>
          <a:xfrm>
            <a:off x="8204200" y="1651000"/>
            <a:ext cx="3302000" cy="1905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4CE617-4CF0-C9AF-8186-E875CD50AE10}"/>
              </a:ext>
            </a:extLst>
          </p:cNvPr>
          <p:cNvSpPr/>
          <p:nvPr/>
        </p:nvSpPr>
        <p:spPr>
          <a:xfrm>
            <a:off x="8204200" y="1651000"/>
            <a:ext cx="76200" cy="1905000"/>
          </a:xfrm>
          <a:prstGeom prst="rect">
            <a:avLst/>
          </a:prstGeom>
          <a:solidFill>
            <a:srgbClr val="69960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74550B-8752-1C27-1635-35DD7863BD8C}"/>
              </a:ext>
            </a:extLst>
          </p:cNvPr>
          <p:cNvSpPr txBox="1"/>
          <p:nvPr/>
        </p:nvSpPr>
        <p:spPr>
          <a:xfrm>
            <a:off x="8407400" y="1803400"/>
            <a:ext cx="2946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6EAF17-C364-A8B3-CB74-44339731E92D}"/>
              </a:ext>
            </a:extLst>
          </p:cNvPr>
          <p:cNvSpPr txBox="1"/>
          <p:nvPr/>
        </p:nvSpPr>
        <p:spPr>
          <a:xfrm>
            <a:off x="8407400" y="2184400"/>
            <a:ext cx="2946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B3CEB04-6BCE-C453-147A-1EA5E295B9E8}"/>
              </a:ext>
            </a:extLst>
          </p:cNvPr>
          <p:cNvSpPr/>
          <p:nvPr/>
        </p:nvSpPr>
        <p:spPr>
          <a:xfrm>
            <a:off x="685800" y="4038600"/>
            <a:ext cx="51816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D89AB4-B215-F202-DEB6-1E33D1AA5313}"/>
              </a:ext>
            </a:extLst>
          </p:cNvPr>
          <p:cNvSpPr/>
          <p:nvPr/>
        </p:nvSpPr>
        <p:spPr>
          <a:xfrm>
            <a:off x="685800" y="4038600"/>
            <a:ext cx="76200" cy="1270000"/>
          </a:xfrm>
          <a:prstGeom prst="rect">
            <a:avLst/>
          </a:prstGeom>
          <a:solidFill>
            <a:srgbClr val="ED3A7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0B32B4-12AD-DC98-04C2-A779094BECB5}"/>
              </a:ext>
            </a:extLst>
          </p:cNvPr>
          <p:cNvSpPr txBox="1"/>
          <p:nvPr/>
        </p:nvSpPr>
        <p:spPr>
          <a:xfrm>
            <a:off x="889000" y="4191000"/>
            <a:ext cx="4826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9A8199-D5F0-1E3D-BE27-9A159B099221}"/>
              </a:ext>
            </a:extLst>
          </p:cNvPr>
          <p:cNvSpPr txBox="1"/>
          <p:nvPr/>
        </p:nvSpPr>
        <p:spPr>
          <a:xfrm>
            <a:off x="889000" y="4572000"/>
            <a:ext cx="482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D33B6D0-C027-3319-7908-BB678E244D5A}"/>
              </a:ext>
            </a:extLst>
          </p:cNvPr>
          <p:cNvSpPr/>
          <p:nvPr/>
        </p:nvSpPr>
        <p:spPr>
          <a:xfrm>
            <a:off x="6426200" y="4038600"/>
            <a:ext cx="5080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20FCCA-75E0-9FB2-7779-50E109AA84F3}"/>
              </a:ext>
            </a:extLst>
          </p:cNvPr>
          <p:cNvSpPr/>
          <p:nvPr/>
        </p:nvSpPr>
        <p:spPr>
          <a:xfrm>
            <a:off x="6426200" y="4038600"/>
            <a:ext cx="76200" cy="1270000"/>
          </a:xfrm>
          <a:prstGeom prst="rect">
            <a:avLst/>
          </a:prstGeom>
          <a:solidFill>
            <a:srgbClr val="0C5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FBD06D-3CB3-8DDD-DEBB-D7953B93BF33}"/>
              </a:ext>
            </a:extLst>
          </p:cNvPr>
          <p:cNvSpPr txBox="1"/>
          <p:nvPr/>
        </p:nvSpPr>
        <p:spPr>
          <a:xfrm>
            <a:off x="6629400" y="4191000"/>
            <a:ext cx="472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85EECC-3B69-7942-817C-B2E56D613C50}"/>
              </a:ext>
            </a:extLst>
          </p:cNvPr>
          <p:cNvSpPr txBox="1"/>
          <p:nvPr/>
        </p:nvSpPr>
        <p:spPr>
          <a:xfrm>
            <a:off x="6629400" y="4572000"/>
            <a:ext cx="472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</a:t>
            </a:r>
            <a:r>
              <a:rPr lang="en-US" sz="1100" dirty="0">
                <a:solidFill>
                  <a:srgbClr val="514137"/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1300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C0874C7-0102-173F-3F6B-FDAFAB46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432A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004392-DF87-5975-9693-793B5DECB4DD}"/>
              </a:ext>
            </a:extLst>
          </p:cNvPr>
          <p:cNvSpPr txBox="1"/>
          <p:nvPr/>
        </p:nvSpPr>
        <p:spPr>
          <a:xfrm>
            <a:off x="584200" y="533400"/>
            <a:ext cx="381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FCD37D"/>
                </a:solidFill>
                <a:latin typeface="Aptos" panose="020B0004020202020204" pitchFamily="34" charset="0"/>
              </a:rPr>
              <a:t>SECTION LABEL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A7268-3CE7-2651-3326-138242BE079F}"/>
              </a:ext>
            </a:extLst>
          </p:cNvPr>
          <p:cNvSpPr txBox="1"/>
          <p:nvPr/>
        </p:nvSpPr>
        <p:spPr>
          <a:xfrm>
            <a:off x="584200" y="990600"/>
            <a:ext cx="7366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Aptos" panose="020B0004020202020204" pitchFamily="34" charset="0"/>
              </a:rPr>
              <a:t>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7E753-4493-C398-38B9-D25892FFAC49}"/>
              </a:ext>
            </a:extLst>
          </p:cNvPr>
          <p:cNvSpPr txBox="1"/>
          <p:nvPr/>
        </p:nvSpPr>
        <p:spPr>
          <a:xfrm>
            <a:off x="609600" y="1778000"/>
            <a:ext cx="457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nb-NO" sz="2200" b="1">
                <a:solidFill>
                  <a:srgbClr val="F6EADD"/>
                </a:solidFill>
                <a:latin typeface="Aptos" panose="020B0004020202020204" pitchFamily="34" charset="0"/>
              </a:rPr>
              <a:t>Start date - end date</a:t>
            </a:r>
            <a:endParaRPr lang="en-US" sz="2200" b="1">
              <a:solidFill>
                <a:srgbClr val="F6EADD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E656A9-37DD-1D32-91B2-A6B99C4D52F9}"/>
              </a:ext>
            </a:extLst>
          </p:cNvPr>
          <p:cNvSpPr txBox="1"/>
          <p:nvPr/>
        </p:nvSpPr>
        <p:spPr>
          <a:xfrm>
            <a:off x="609600" y="2895600"/>
            <a:ext cx="787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>
                <a:solidFill>
                  <a:srgbClr val="FFFFFF"/>
                </a:solidFill>
                <a:latin typeface="Aptos" panose="020B0004020202020204" pitchFamily="34" charset="0"/>
              </a:rPr>
              <a:t>One or two sentences introducing what this section covers.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B93A5A-7712-BD1A-43A8-01010290C560}"/>
              </a:ext>
            </a:extLst>
          </p:cNvPr>
          <p:cNvSpPr/>
          <p:nvPr/>
        </p:nvSpPr>
        <p:spPr>
          <a:xfrm>
            <a:off x="9118600" y="889000"/>
            <a:ext cx="2133600" cy="2133600"/>
          </a:xfrm>
          <a:prstGeom prst="roundRect">
            <a:avLst/>
          </a:prstGeom>
          <a:solidFill>
            <a:srgbClr val="7D5B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FB5C04-F819-350D-D276-7B344FDFD0CA}"/>
              </a:ext>
            </a:extLst>
          </p:cNvPr>
          <p:cNvSpPr txBox="1"/>
          <p:nvPr/>
        </p:nvSpPr>
        <p:spPr>
          <a:xfrm>
            <a:off x="9779000" y="1168400"/>
            <a:ext cx="889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95EBFD-646A-82B8-28F3-E3829FD083EE}"/>
              </a:ext>
            </a:extLst>
          </p:cNvPr>
          <p:cNvSpPr txBox="1"/>
          <p:nvPr/>
        </p:nvSpPr>
        <p:spPr>
          <a:xfrm>
            <a:off x="9436100" y="2032000"/>
            <a:ext cx="152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F6EADD"/>
                </a:solidFill>
                <a:latin typeface="Aptos" panose="020B0004020202020204" pitchFamily="34" charset="0"/>
              </a:rPr>
              <a:t>stat label</a:t>
            </a:r>
          </a:p>
        </p:txBody>
      </p:sp>
    </p:spTree>
    <p:extLst>
      <p:ext uri="{BB962C8B-B14F-4D97-AF65-F5344CB8AC3E}">
        <p14:creationId xmlns:p14="http://schemas.microsoft.com/office/powerpoint/2010/main" val="490422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62053A1-755D-D396-EA51-B305349F48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6772FB-764D-5CE7-EF2E-72BC5DC79684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oundRect">
            <a:avLst/>
          </a:prstGeom>
          <a:solidFill>
            <a:srgbClr val="4F3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86B9B-B151-8EC0-5046-AF71560031DF}"/>
              </a:ext>
            </a:extLst>
          </p:cNvPr>
          <p:cNvSpPr txBox="1"/>
          <p:nvPr/>
        </p:nvSpPr>
        <p:spPr>
          <a:xfrm>
            <a:off x="457200" y="177800"/>
            <a:ext cx="304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FCD37D"/>
                </a:solidFill>
                <a:latin typeface="Aptos" panose="020B0004020202020204" pitchFamily="34" charset="0"/>
              </a:rPr>
              <a:t>SECTION LABEL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1E1AF1-A797-3C49-98E0-56066C642BC1}"/>
              </a:ext>
            </a:extLst>
          </p:cNvPr>
          <p:cNvSpPr txBox="1"/>
          <p:nvPr/>
        </p:nvSpPr>
        <p:spPr>
          <a:xfrm>
            <a:off x="457200" y="406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Headline goes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DCF45D-05AC-E8D2-B4C4-DD79D1511064}"/>
              </a:ext>
            </a:extLst>
          </p:cNvPr>
          <p:cNvSpPr txBox="1"/>
          <p:nvPr/>
        </p:nvSpPr>
        <p:spPr>
          <a:xfrm>
            <a:off x="457200" y="11176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Supporting sentence that frames the slide in one line.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6A44D-1668-2B77-1A3F-2C0B3C86664D}"/>
              </a:ext>
            </a:extLst>
          </p:cNvPr>
          <p:cNvSpPr txBox="1"/>
          <p:nvPr/>
        </p:nvSpPr>
        <p:spPr>
          <a:xfrm>
            <a:off x="11455400" y="381000"/>
            <a:ext cx="45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A5AEA1-22AB-C623-47E5-F639E07287CF}"/>
              </a:ext>
            </a:extLst>
          </p:cNvPr>
          <p:cNvSpPr/>
          <p:nvPr/>
        </p:nvSpPr>
        <p:spPr>
          <a:xfrm>
            <a:off x="685800" y="1676400"/>
            <a:ext cx="5080000" cy="1524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06D96A-4D2B-2248-3247-B615D5B6974F}"/>
              </a:ext>
            </a:extLst>
          </p:cNvPr>
          <p:cNvSpPr/>
          <p:nvPr/>
        </p:nvSpPr>
        <p:spPr>
          <a:xfrm>
            <a:off x="685800" y="1676400"/>
            <a:ext cx="76200" cy="1524000"/>
          </a:xfrm>
          <a:prstGeom prst="rect">
            <a:avLst/>
          </a:prstGeom>
          <a:solidFill>
            <a:srgbClr val="EB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210A5B-0E96-291A-665C-80D7094D7DEF}"/>
              </a:ext>
            </a:extLst>
          </p:cNvPr>
          <p:cNvSpPr txBox="1"/>
          <p:nvPr/>
        </p:nvSpPr>
        <p:spPr>
          <a:xfrm>
            <a:off x="889000" y="1828800"/>
            <a:ext cx="472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2C8EF8-6C96-F100-01F3-8DBF420DB143}"/>
              </a:ext>
            </a:extLst>
          </p:cNvPr>
          <p:cNvSpPr txBox="1"/>
          <p:nvPr/>
        </p:nvSpPr>
        <p:spPr>
          <a:xfrm>
            <a:off x="889000" y="2209800"/>
            <a:ext cx="472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A88384D-839C-7151-7F16-9360E76C7CAB}"/>
              </a:ext>
            </a:extLst>
          </p:cNvPr>
          <p:cNvSpPr/>
          <p:nvPr/>
        </p:nvSpPr>
        <p:spPr>
          <a:xfrm>
            <a:off x="6426200" y="1676400"/>
            <a:ext cx="5080000" cy="1524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57BADD-9EEF-4FC9-EA23-ADD480D01F67}"/>
              </a:ext>
            </a:extLst>
          </p:cNvPr>
          <p:cNvSpPr/>
          <p:nvPr/>
        </p:nvSpPr>
        <p:spPr>
          <a:xfrm>
            <a:off x="6426200" y="1676400"/>
            <a:ext cx="76200" cy="1524000"/>
          </a:xfrm>
          <a:prstGeom prst="rect">
            <a:avLst/>
          </a:prstGeom>
          <a:solidFill>
            <a:srgbClr val="69960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D323F3-65F9-C404-11BF-E971732E7D22}"/>
              </a:ext>
            </a:extLst>
          </p:cNvPr>
          <p:cNvSpPr txBox="1"/>
          <p:nvPr/>
        </p:nvSpPr>
        <p:spPr>
          <a:xfrm>
            <a:off x="6629400" y="1828800"/>
            <a:ext cx="472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FD8C7B-DB20-AF12-700E-CC1B355372FD}"/>
              </a:ext>
            </a:extLst>
          </p:cNvPr>
          <p:cNvSpPr txBox="1"/>
          <p:nvPr/>
        </p:nvSpPr>
        <p:spPr>
          <a:xfrm>
            <a:off x="6629400" y="2209800"/>
            <a:ext cx="472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C7FEA0-8F3D-BD9E-46F4-D6A2B4C393B6}"/>
              </a:ext>
            </a:extLst>
          </p:cNvPr>
          <p:cNvSpPr/>
          <p:nvPr/>
        </p:nvSpPr>
        <p:spPr>
          <a:xfrm>
            <a:off x="685800" y="3708400"/>
            <a:ext cx="5080000" cy="13208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55A754-0439-FE4F-0B63-AA8746E1E091}"/>
              </a:ext>
            </a:extLst>
          </p:cNvPr>
          <p:cNvSpPr/>
          <p:nvPr/>
        </p:nvSpPr>
        <p:spPr>
          <a:xfrm>
            <a:off x="685800" y="3708400"/>
            <a:ext cx="76200" cy="1320800"/>
          </a:xfrm>
          <a:prstGeom prst="rect">
            <a:avLst/>
          </a:prstGeom>
          <a:solidFill>
            <a:srgbClr val="ED3A7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ABEEFC-95E0-6BEA-B411-50106BC14AE6}"/>
              </a:ext>
            </a:extLst>
          </p:cNvPr>
          <p:cNvSpPr txBox="1"/>
          <p:nvPr/>
        </p:nvSpPr>
        <p:spPr>
          <a:xfrm>
            <a:off x="889000" y="3860800"/>
            <a:ext cx="472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17F3D6-AC69-2473-A6DF-B664E21B21A1}"/>
              </a:ext>
            </a:extLst>
          </p:cNvPr>
          <p:cNvSpPr txBox="1"/>
          <p:nvPr/>
        </p:nvSpPr>
        <p:spPr>
          <a:xfrm>
            <a:off x="889000" y="4241800"/>
            <a:ext cx="472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2A4B5F-BAF4-259D-0540-84BFFFF0E430}"/>
              </a:ext>
            </a:extLst>
          </p:cNvPr>
          <p:cNvSpPr/>
          <p:nvPr/>
        </p:nvSpPr>
        <p:spPr>
          <a:xfrm>
            <a:off x="6426200" y="3708400"/>
            <a:ext cx="5080000" cy="13208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C9F952-B72B-E734-5363-8EB71C1BDADE}"/>
              </a:ext>
            </a:extLst>
          </p:cNvPr>
          <p:cNvSpPr/>
          <p:nvPr/>
        </p:nvSpPr>
        <p:spPr>
          <a:xfrm>
            <a:off x="6426200" y="3708400"/>
            <a:ext cx="76200" cy="1320800"/>
          </a:xfrm>
          <a:prstGeom prst="rect">
            <a:avLst/>
          </a:prstGeom>
          <a:solidFill>
            <a:srgbClr val="0C5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DFAAD2-503C-5BF1-D243-0B6CC960011E}"/>
              </a:ext>
            </a:extLst>
          </p:cNvPr>
          <p:cNvSpPr txBox="1"/>
          <p:nvPr/>
        </p:nvSpPr>
        <p:spPr>
          <a:xfrm>
            <a:off x="6629400" y="3860800"/>
            <a:ext cx="472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9B16C9-902E-B6E2-1F67-7F0C6CA3BEBF}"/>
              </a:ext>
            </a:extLst>
          </p:cNvPr>
          <p:cNvSpPr txBox="1"/>
          <p:nvPr/>
        </p:nvSpPr>
        <p:spPr>
          <a:xfrm>
            <a:off x="6629400" y="4241800"/>
            <a:ext cx="472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</p:spTree>
    <p:extLst>
      <p:ext uri="{BB962C8B-B14F-4D97-AF65-F5344CB8AC3E}">
        <p14:creationId xmlns:p14="http://schemas.microsoft.com/office/powerpoint/2010/main" val="3825035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54A0C1-7301-72C6-DC8F-2D90C5BB82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A96DC0-7CEE-3577-6388-96C8AF37B4C4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oundRect">
            <a:avLst/>
          </a:prstGeom>
          <a:solidFill>
            <a:srgbClr val="4F3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0E6C1-042F-0F4E-98B9-25FAECECD0AD}"/>
              </a:ext>
            </a:extLst>
          </p:cNvPr>
          <p:cNvSpPr txBox="1"/>
          <p:nvPr/>
        </p:nvSpPr>
        <p:spPr>
          <a:xfrm>
            <a:off x="457200" y="177800"/>
            <a:ext cx="304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FCD37D"/>
                </a:solidFill>
                <a:latin typeface="Aptos" panose="020B0004020202020204" pitchFamily="34" charset="0"/>
              </a:rPr>
              <a:t>SECTION LABEL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BAFAD-DFCC-63CC-D7B4-4C0AFF4906D2}"/>
              </a:ext>
            </a:extLst>
          </p:cNvPr>
          <p:cNvSpPr txBox="1"/>
          <p:nvPr/>
        </p:nvSpPr>
        <p:spPr>
          <a:xfrm>
            <a:off x="457200" y="406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Headline goes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9B65E-D0A1-B299-30AF-5A3D2155EF3D}"/>
              </a:ext>
            </a:extLst>
          </p:cNvPr>
          <p:cNvSpPr txBox="1"/>
          <p:nvPr/>
        </p:nvSpPr>
        <p:spPr>
          <a:xfrm>
            <a:off x="457200" y="11176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Supporting sentence that frames the slide in one line.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51648A-853A-7DB1-71E9-74777F8CEDDD}"/>
              </a:ext>
            </a:extLst>
          </p:cNvPr>
          <p:cNvSpPr txBox="1"/>
          <p:nvPr/>
        </p:nvSpPr>
        <p:spPr>
          <a:xfrm>
            <a:off x="11455400" y="381000"/>
            <a:ext cx="45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8FE680-FE49-8C7B-50A1-AEF3FC649C9E}"/>
              </a:ext>
            </a:extLst>
          </p:cNvPr>
          <p:cNvSpPr/>
          <p:nvPr/>
        </p:nvSpPr>
        <p:spPr>
          <a:xfrm>
            <a:off x="558800" y="16510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529573-04FA-9088-7724-82E41E1A5913}"/>
              </a:ext>
            </a:extLst>
          </p:cNvPr>
          <p:cNvSpPr/>
          <p:nvPr/>
        </p:nvSpPr>
        <p:spPr>
          <a:xfrm>
            <a:off x="558800" y="1651000"/>
            <a:ext cx="76200" cy="1270000"/>
          </a:xfrm>
          <a:prstGeom prst="rect">
            <a:avLst/>
          </a:prstGeom>
          <a:solidFill>
            <a:srgbClr val="EB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397BD6-3222-A873-1AF8-AEBCFF46D3D2}"/>
              </a:ext>
            </a:extLst>
          </p:cNvPr>
          <p:cNvSpPr txBox="1"/>
          <p:nvPr/>
        </p:nvSpPr>
        <p:spPr>
          <a:xfrm>
            <a:off x="762000" y="18034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4070D0-58FA-1A20-A48A-77D2E8341EDE}"/>
              </a:ext>
            </a:extLst>
          </p:cNvPr>
          <p:cNvSpPr txBox="1"/>
          <p:nvPr/>
        </p:nvSpPr>
        <p:spPr>
          <a:xfrm>
            <a:off x="762000" y="21844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69F6AB-8777-36D5-95C4-82E04EB06A41}"/>
              </a:ext>
            </a:extLst>
          </p:cNvPr>
          <p:cNvSpPr/>
          <p:nvPr/>
        </p:nvSpPr>
        <p:spPr>
          <a:xfrm>
            <a:off x="4368800" y="16510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A19C05-AE7D-4A18-9FFA-4A2CB0C43F06}"/>
              </a:ext>
            </a:extLst>
          </p:cNvPr>
          <p:cNvSpPr/>
          <p:nvPr/>
        </p:nvSpPr>
        <p:spPr>
          <a:xfrm>
            <a:off x="4368800" y="1651000"/>
            <a:ext cx="76200" cy="1270000"/>
          </a:xfrm>
          <a:prstGeom prst="rect">
            <a:avLst/>
          </a:prstGeom>
          <a:solidFill>
            <a:srgbClr val="69960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4FFB1-89D0-A549-9136-EAD1E3A6F7BF}"/>
              </a:ext>
            </a:extLst>
          </p:cNvPr>
          <p:cNvSpPr txBox="1"/>
          <p:nvPr/>
        </p:nvSpPr>
        <p:spPr>
          <a:xfrm>
            <a:off x="4572000" y="18034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2AC5B9-C144-F3C0-A461-6CA570346937}"/>
              </a:ext>
            </a:extLst>
          </p:cNvPr>
          <p:cNvSpPr txBox="1"/>
          <p:nvPr/>
        </p:nvSpPr>
        <p:spPr>
          <a:xfrm>
            <a:off x="4572000" y="21844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F63C5B-C77E-0513-5AED-CF9DC390C68A}"/>
              </a:ext>
            </a:extLst>
          </p:cNvPr>
          <p:cNvSpPr/>
          <p:nvPr/>
        </p:nvSpPr>
        <p:spPr>
          <a:xfrm>
            <a:off x="8178800" y="16510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804A94-F150-2ED4-2369-E50FDB20D906}"/>
              </a:ext>
            </a:extLst>
          </p:cNvPr>
          <p:cNvSpPr/>
          <p:nvPr/>
        </p:nvSpPr>
        <p:spPr>
          <a:xfrm>
            <a:off x="8178800" y="1651000"/>
            <a:ext cx="76200" cy="1270000"/>
          </a:xfrm>
          <a:prstGeom prst="rect">
            <a:avLst/>
          </a:prstGeom>
          <a:solidFill>
            <a:srgbClr val="ED3A7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035E8E-91C5-5C78-463A-1E39B3F19090}"/>
              </a:ext>
            </a:extLst>
          </p:cNvPr>
          <p:cNvSpPr txBox="1"/>
          <p:nvPr/>
        </p:nvSpPr>
        <p:spPr>
          <a:xfrm>
            <a:off x="8382000" y="18034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10886C-5521-EAA0-02CB-9F949200F329}"/>
              </a:ext>
            </a:extLst>
          </p:cNvPr>
          <p:cNvSpPr txBox="1"/>
          <p:nvPr/>
        </p:nvSpPr>
        <p:spPr>
          <a:xfrm>
            <a:off x="8382000" y="21844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DA891BD-639E-16E0-D7DD-ED1D930FFD7B}"/>
              </a:ext>
            </a:extLst>
          </p:cNvPr>
          <p:cNvSpPr/>
          <p:nvPr/>
        </p:nvSpPr>
        <p:spPr>
          <a:xfrm>
            <a:off x="558800" y="34544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EC00D-62C1-5F7D-565C-149A8CD25A2C}"/>
              </a:ext>
            </a:extLst>
          </p:cNvPr>
          <p:cNvSpPr/>
          <p:nvPr/>
        </p:nvSpPr>
        <p:spPr>
          <a:xfrm>
            <a:off x="558800" y="3454400"/>
            <a:ext cx="76200" cy="1270000"/>
          </a:xfrm>
          <a:prstGeom prst="rect">
            <a:avLst/>
          </a:prstGeom>
          <a:solidFill>
            <a:srgbClr val="0C5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811BF6-B424-EF2D-ABC3-13DC23360466}"/>
              </a:ext>
            </a:extLst>
          </p:cNvPr>
          <p:cNvSpPr txBox="1"/>
          <p:nvPr/>
        </p:nvSpPr>
        <p:spPr>
          <a:xfrm>
            <a:off x="762000" y="36068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45EB64-EC17-2081-42A3-1CB7B71ADD5D}"/>
              </a:ext>
            </a:extLst>
          </p:cNvPr>
          <p:cNvSpPr txBox="1"/>
          <p:nvPr/>
        </p:nvSpPr>
        <p:spPr>
          <a:xfrm>
            <a:off x="762000" y="39878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9B69590-0896-F3AA-C606-3F9AD53B01A4}"/>
              </a:ext>
            </a:extLst>
          </p:cNvPr>
          <p:cNvSpPr/>
          <p:nvPr/>
        </p:nvSpPr>
        <p:spPr>
          <a:xfrm>
            <a:off x="4368800" y="34544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2AAD31-5888-5861-9DEC-AAAF82E8FB77}"/>
              </a:ext>
            </a:extLst>
          </p:cNvPr>
          <p:cNvSpPr/>
          <p:nvPr/>
        </p:nvSpPr>
        <p:spPr>
          <a:xfrm>
            <a:off x="4368800" y="3454400"/>
            <a:ext cx="76200" cy="12700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5F3D50-027F-3039-A1D1-A1944C87249B}"/>
              </a:ext>
            </a:extLst>
          </p:cNvPr>
          <p:cNvSpPr txBox="1"/>
          <p:nvPr/>
        </p:nvSpPr>
        <p:spPr>
          <a:xfrm>
            <a:off x="4572000" y="36068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03E264-EBF1-797A-4603-2431206919A6}"/>
              </a:ext>
            </a:extLst>
          </p:cNvPr>
          <p:cNvSpPr txBox="1"/>
          <p:nvPr/>
        </p:nvSpPr>
        <p:spPr>
          <a:xfrm>
            <a:off x="4572000" y="39878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A5A086D-24A2-BA9F-D845-1109F3F8F3D1}"/>
              </a:ext>
            </a:extLst>
          </p:cNvPr>
          <p:cNvSpPr/>
          <p:nvPr/>
        </p:nvSpPr>
        <p:spPr>
          <a:xfrm>
            <a:off x="8178800" y="3454400"/>
            <a:ext cx="3429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56D55C-4116-4E52-34BE-C6259C2D8037}"/>
              </a:ext>
            </a:extLst>
          </p:cNvPr>
          <p:cNvSpPr/>
          <p:nvPr/>
        </p:nvSpPr>
        <p:spPr>
          <a:xfrm>
            <a:off x="8178800" y="3454400"/>
            <a:ext cx="76200" cy="1270000"/>
          </a:xfrm>
          <a:prstGeom prst="rect">
            <a:avLst/>
          </a:prstGeom>
          <a:solidFill>
            <a:srgbClr val="90740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481EDC-B652-54E0-4045-5518847E6A3A}"/>
              </a:ext>
            </a:extLst>
          </p:cNvPr>
          <p:cNvSpPr txBox="1"/>
          <p:nvPr/>
        </p:nvSpPr>
        <p:spPr>
          <a:xfrm>
            <a:off x="8382000" y="3606800"/>
            <a:ext cx="307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00D383-27FC-D4FD-E216-0A6454F21635}"/>
              </a:ext>
            </a:extLst>
          </p:cNvPr>
          <p:cNvSpPr txBox="1"/>
          <p:nvPr/>
        </p:nvSpPr>
        <p:spPr>
          <a:xfrm>
            <a:off x="8382000" y="3987800"/>
            <a:ext cx="3073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</p:spTree>
    <p:extLst>
      <p:ext uri="{BB962C8B-B14F-4D97-AF65-F5344CB8AC3E}">
        <p14:creationId xmlns:p14="http://schemas.microsoft.com/office/powerpoint/2010/main" val="3114734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DA4205-71EA-45DD-8D26-A300D13470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8C2473-1226-CB4C-8FB6-76A7DD91043F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oundRect">
            <a:avLst/>
          </a:prstGeom>
          <a:solidFill>
            <a:srgbClr val="4F3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39DC6-BEF0-C829-E339-A94580541255}"/>
              </a:ext>
            </a:extLst>
          </p:cNvPr>
          <p:cNvSpPr txBox="1"/>
          <p:nvPr/>
        </p:nvSpPr>
        <p:spPr>
          <a:xfrm>
            <a:off x="457200" y="177800"/>
            <a:ext cx="304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FCD37D"/>
                </a:solidFill>
                <a:latin typeface="Aptos" panose="020B0004020202020204" pitchFamily="34" charset="0"/>
              </a:rPr>
              <a:t>SECTION LABEL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EDE33-2111-7B4D-3B6A-8BEBEF05D6CF}"/>
              </a:ext>
            </a:extLst>
          </p:cNvPr>
          <p:cNvSpPr txBox="1"/>
          <p:nvPr/>
        </p:nvSpPr>
        <p:spPr>
          <a:xfrm>
            <a:off x="457200" y="40640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Headline goes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7E9FA9-FD21-579D-7415-2E6DFA88B817}"/>
              </a:ext>
            </a:extLst>
          </p:cNvPr>
          <p:cNvSpPr txBox="1"/>
          <p:nvPr/>
        </p:nvSpPr>
        <p:spPr>
          <a:xfrm>
            <a:off x="457200" y="11176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Supporting sentence that frames the slide in one line.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9B0970-DFDF-7685-567C-419A80D0DFEE}"/>
              </a:ext>
            </a:extLst>
          </p:cNvPr>
          <p:cNvSpPr txBox="1"/>
          <p:nvPr/>
        </p:nvSpPr>
        <p:spPr>
          <a:xfrm>
            <a:off x="11455400" y="381000"/>
            <a:ext cx="45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FD1683-1EB2-9D6C-21B3-BC42429FCB17}"/>
              </a:ext>
            </a:extLst>
          </p:cNvPr>
          <p:cNvSpPr/>
          <p:nvPr/>
        </p:nvSpPr>
        <p:spPr>
          <a:xfrm>
            <a:off x="685800" y="1651000"/>
            <a:ext cx="3302000" cy="1905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60B002-2B9E-446C-FC97-69437CC23099}"/>
              </a:ext>
            </a:extLst>
          </p:cNvPr>
          <p:cNvSpPr/>
          <p:nvPr/>
        </p:nvSpPr>
        <p:spPr>
          <a:xfrm>
            <a:off x="685800" y="1651000"/>
            <a:ext cx="76200" cy="1905000"/>
          </a:xfrm>
          <a:prstGeom prst="rect">
            <a:avLst/>
          </a:prstGeom>
          <a:solidFill>
            <a:srgbClr val="EB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511A91-C0AF-3A16-6F96-C30207710A82}"/>
              </a:ext>
            </a:extLst>
          </p:cNvPr>
          <p:cNvSpPr txBox="1"/>
          <p:nvPr/>
        </p:nvSpPr>
        <p:spPr>
          <a:xfrm>
            <a:off x="889000" y="1803400"/>
            <a:ext cx="2946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C99254-89F0-5108-02EE-ABD1F66D421A}"/>
              </a:ext>
            </a:extLst>
          </p:cNvPr>
          <p:cNvSpPr txBox="1"/>
          <p:nvPr/>
        </p:nvSpPr>
        <p:spPr>
          <a:xfrm>
            <a:off x="889000" y="2184400"/>
            <a:ext cx="2946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1B10A5-5BAE-9B33-7B41-EBAD8FB614C0}"/>
              </a:ext>
            </a:extLst>
          </p:cNvPr>
          <p:cNvSpPr/>
          <p:nvPr/>
        </p:nvSpPr>
        <p:spPr>
          <a:xfrm>
            <a:off x="4445000" y="1651000"/>
            <a:ext cx="3302000" cy="1905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F91530-53E5-CE31-923D-D229C6463199}"/>
              </a:ext>
            </a:extLst>
          </p:cNvPr>
          <p:cNvSpPr/>
          <p:nvPr/>
        </p:nvSpPr>
        <p:spPr>
          <a:xfrm>
            <a:off x="4445000" y="1651000"/>
            <a:ext cx="76200" cy="19050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2C1C63-FC13-5E3E-3C92-B05842864843}"/>
              </a:ext>
            </a:extLst>
          </p:cNvPr>
          <p:cNvSpPr txBox="1"/>
          <p:nvPr/>
        </p:nvSpPr>
        <p:spPr>
          <a:xfrm>
            <a:off x="4648200" y="1803400"/>
            <a:ext cx="2946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523CF5-8576-3D9F-4DE0-EBED816D742F}"/>
              </a:ext>
            </a:extLst>
          </p:cNvPr>
          <p:cNvSpPr txBox="1"/>
          <p:nvPr/>
        </p:nvSpPr>
        <p:spPr>
          <a:xfrm>
            <a:off x="4648200" y="2184400"/>
            <a:ext cx="2946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A47A8B6-50BD-4CC6-55E3-F9869B1EB4E5}"/>
              </a:ext>
            </a:extLst>
          </p:cNvPr>
          <p:cNvSpPr/>
          <p:nvPr/>
        </p:nvSpPr>
        <p:spPr>
          <a:xfrm>
            <a:off x="8204200" y="1651000"/>
            <a:ext cx="3302000" cy="1905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4CE617-4CF0-C9AF-8186-E875CD50AE10}"/>
              </a:ext>
            </a:extLst>
          </p:cNvPr>
          <p:cNvSpPr/>
          <p:nvPr/>
        </p:nvSpPr>
        <p:spPr>
          <a:xfrm>
            <a:off x="8204200" y="1651000"/>
            <a:ext cx="76200" cy="1905000"/>
          </a:xfrm>
          <a:prstGeom prst="rect">
            <a:avLst/>
          </a:prstGeom>
          <a:solidFill>
            <a:srgbClr val="69960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74550B-8752-1C27-1635-35DD7863BD8C}"/>
              </a:ext>
            </a:extLst>
          </p:cNvPr>
          <p:cNvSpPr txBox="1"/>
          <p:nvPr/>
        </p:nvSpPr>
        <p:spPr>
          <a:xfrm>
            <a:off x="8407400" y="1803400"/>
            <a:ext cx="2946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6EAF17-C364-A8B3-CB74-44339731E92D}"/>
              </a:ext>
            </a:extLst>
          </p:cNvPr>
          <p:cNvSpPr txBox="1"/>
          <p:nvPr/>
        </p:nvSpPr>
        <p:spPr>
          <a:xfrm>
            <a:off x="8407400" y="2184400"/>
            <a:ext cx="2946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B3CEB04-6BCE-C453-147A-1EA5E295B9E8}"/>
              </a:ext>
            </a:extLst>
          </p:cNvPr>
          <p:cNvSpPr/>
          <p:nvPr/>
        </p:nvSpPr>
        <p:spPr>
          <a:xfrm>
            <a:off x="685800" y="4038600"/>
            <a:ext cx="51816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D89AB4-B215-F202-DEB6-1E33D1AA5313}"/>
              </a:ext>
            </a:extLst>
          </p:cNvPr>
          <p:cNvSpPr/>
          <p:nvPr/>
        </p:nvSpPr>
        <p:spPr>
          <a:xfrm>
            <a:off x="685800" y="4038600"/>
            <a:ext cx="76200" cy="1270000"/>
          </a:xfrm>
          <a:prstGeom prst="rect">
            <a:avLst/>
          </a:prstGeom>
          <a:solidFill>
            <a:srgbClr val="ED3A7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0B32B4-12AD-DC98-04C2-A779094BECB5}"/>
              </a:ext>
            </a:extLst>
          </p:cNvPr>
          <p:cNvSpPr txBox="1"/>
          <p:nvPr/>
        </p:nvSpPr>
        <p:spPr>
          <a:xfrm>
            <a:off x="889000" y="4191000"/>
            <a:ext cx="4826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9A8199-D5F0-1E3D-BE27-9A159B099221}"/>
              </a:ext>
            </a:extLst>
          </p:cNvPr>
          <p:cNvSpPr txBox="1"/>
          <p:nvPr/>
        </p:nvSpPr>
        <p:spPr>
          <a:xfrm>
            <a:off x="889000" y="4572000"/>
            <a:ext cx="482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D33B6D0-C027-3319-7908-BB678E244D5A}"/>
              </a:ext>
            </a:extLst>
          </p:cNvPr>
          <p:cNvSpPr/>
          <p:nvPr/>
        </p:nvSpPr>
        <p:spPr>
          <a:xfrm>
            <a:off x="6426200" y="4038600"/>
            <a:ext cx="5080000" cy="1270000"/>
          </a:xfrm>
          <a:prstGeom prst="round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20FCCA-75E0-9FB2-7779-50E109AA84F3}"/>
              </a:ext>
            </a:extLst>
          </p:cNvPr>
          <p:cNvSpPr/>
          <p:nvPr/>
        </p:nvSpPr>
        <p:spPr>
          <a:xfrm>
            <a:off x="6426200" y="4038600"/>
            <a:ext cx="76200" cy="1270000"/>
          </a:xfrm>
          <a:prstGeom prst="rect">
            <a:avLst/>
          </a:prstGeom>
          <a:solidFill>
            <a:srgbClr val="0C5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FBD06D-3CB3-8DDD-DEBB-D7953B93BF33}"/>
              </a:ext>
            </a:extLst>
          </p:cNvPr>
          <p:cNvSpPr txBox="1"/>
          <p:nvPr/>
        </p:nvSpPr>
        <p:spPr>
          <a:xfrm>
            <a:off x="6629400" y="4191000"/>
            <a:ext cx="472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4F3216"/>
                </a:solidFill>
                <a:latin typeface="Aptos" panose="020B0004020202020204" pitchFamily="34" charset="0"/>
              </a:rPr>
              <a:t>Card title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85EECC-3B69-7942-817C-B2E56D613C50}"/>
              </a:ext>
            </a:extLst>
          </p:cNvPr>
          <p:cNvSpPr txBox="1"/>
          <p:nvPr/>
        </p:nvSpPr>
        <p:spPr>
          <a:xfrm>
            <a:off x="6629400" y="4572000"/>
            <a:ext cx="4724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514137"/>
                </a:solidFill>
                <a:latin typeface="Aptos" panose="020B0004020202020204" pitchFamily="34" charset="0"/>
              </a:rPr>
              <a:t>One or two sentences describing this point.</a:t>
            </a:r>
          </a:p>
        </p:txBody>
      </p:sp>
    </p:spTree>
    <p:extLst>
      <p:ext uri="{BB962C8B-B14F-4D97-AF65-F5344CB8AC3E}">
        <p14:creationId xmlns:p14="http://schemas.microsoft.com/office/powerpoint/2010/main" val="1194430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EE3D38-033B-F587-B9DC-E2154C350D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4AD01-5D84-B41D-335D-731E8AA2F9AB}"/>
              </a:ext>
            </a:extLst>
          </p:cNvPr>
          <p:cNvSpPr txBox="1"/>
          <p:nvPr/>
        </p:nvSpPr>
        <p:spPr>
          <a:xfrm>
            <a:off x="457200" y="3556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14213D"/>
                </a:solidFill>
                <a:latin typeface="Aptos Display" panose="020B0004020202020204" pitchFamily="34" charset="0"/>
              </a:rPr>
              <a:t>SECTION LABEL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413BA-C527-0DCF-ADFC-12467C297DEA}"/>
              </a:ext>
            </a:extLst>
          </p:cNvPr>
          <p:cNvSpPr txBox="1"/>
          <p:nvPr/>
        </p:nvSpPr>
        <p:spPr>
          <a:xfrm>
            <a:off x="457200" y="8636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4213D"/>
                </a:solidFill>
              </a:rPr>
              <a:t>Add a one-line instruction or lead-in for this list.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537B0-C980-F36B-A873-5B6D53EF2268}"/>
              </a:ext>
            </a:extLst>
          </p:cNvPr>
          <p:cNvSpPr txBox="1"/>
          <p:nvPr/>
        </p:nvSpPr>
        <p:spPr>
          <a:xfrm>
            <a:off x="660400" y="13716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[1] Source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CECC45-05E8-633F-5A60-DEFEB2FF4D79}"/>
              </a:ext>
            </a:extLst>
          </p:cNvPr>
          <p:cNvSpPr txBox="1"/>
          <p:nvPr/>
        </p:nvSpPr>
        <p:spPr>
          <a:xfrm>
            <a:off x="660400" y="17653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[2] Source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5F5D3-13CF-FF87-50A8-95CD695B6B98}"/>
              </a:ext>
            </a:extLst>
          </p:cNvPr>
          <p:cNvSpPr txBox="1"/>
          <p:nvPr/>
        </p:nvSpPr>
        <p:spPr>
          <a:xfrm>
            <a:off x="660400" y="21590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[3] Source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B0C232-7E2F-C3ED-14BD-6DD41E1A2F4F}"/>
              </a:ext>
            </a:extLst>
          </p:cNvPr>
          <p:cNvSpPr txBox="1"/>
          <p:nvPr/>
        </p:nvSpPr>
        <p:spPr>
          <a:xfrm>
            <a:off x="660400" y="25527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sz="1200">
                <a:solidFill>
                  <a:srgbClr val="14213D"/>
                </a:solidFill>
                <a:latin typeface="Aptos" panose="020B0004020202020204" pitchFamily="34" charset="0"/>
              </a:rPr>
              <a:t>[4] Source title</a:t>
            </a:r>
            <a:endParaRPr lang="en-US" sz="1200">
              <a:solidFill>
                <a:srgbClr val="14213D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BAEEB4-4B9A-E197-0352-03EF715B19D8}"/>
              </a:ext>
            </a:extLst>
          </p:cNvPr>
          <p:cNvSpPr txBox="1"/>
          <p:nvPr/>
        </p:nvSpPr>
        <p:spPr>
          <a:xfrm>
            <a:off x="660400" y="29464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[5] Source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E29F45-9FD3-08E1-9771-AA313C3BDA5C}"/>
              </a:ext>
            </a:extLst>
          </p:cNvPr>
          <p:cNvSpPr txBox="1"/>
          <p:nvPr/>
        </p:nvSpPr>
        <p:spPr>
          <a:xfrm>
            <a:off x="660400" y="33401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[6] Source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31E96D-433C-2624-A1D2-3DF6A1F55CB3}"/>
              </a:ext>
            </a:extLst>
          </p:cNvPr>
          <p:cNvSpPr txBox="1"/>
          <p:nvPr/>
        </p:nvSpPr>
        <p:spPr>
          <a:xfrm>
            <a:off x="660400" y="37338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[7] Source title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EF00C6-0299-BCE0-A1E6-D726B55A0CF4}"/>
              </a:ext>
            </a:extLst>
          </p:cNvPr>
          <p:cNvSpPr txBox="1"/>
          <p:nvPr/>
        </p:nvSpPr>
        <p:spPr>
          <a:xfrm>
            <a:off x="660400" y="41275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[8] Source 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6D5889-C3FF-DDEF-F2BA-7D3F21D7ACD7}"/>
              </a:ext>
            </a:extLst>
          </p:cNvPr>
          <p:cNvSpPr txBox="1"/>
          <p:nvPr/>
        </p:nvSpPr>
        <p:spPr>
          <a:xfrm>
            <a:off x="660400" y="45212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[9] Source title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20E675-B21B-5582-BEA9-7344211573D4}"/>
              </a:ext>
            </a:extLst>
          </p:cNvPr>
          <p:cNvSpPr txBox="1"/>
          <p:nvPr/>
        </p:nvSpPr>
        <p:spPr>
          <a:xfrm>
            <a:off x="660400" y="49149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[10] Source title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D613E6-6776-91F7-1663-51D3C8E0E38E}"/>
              </a:ext>
            </a:extLst>
          </p:cNvPr>
          <p:cNvSpPr txBox="1"/>
          <p:nvPr/>
        </p:nvSpPr>
        <p:spPr>
          <a:xfrm>
            <a:off x="660400" y="5308600"/>
            <a:ext cx="1079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14213D"/>
                </a:solidFill>
                <a:latin typeface="Aptos" panose="020B0004020202020204" pitchFamily="34" charset="0"/>
              </a:rPr>
              <a:t>[11] Source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84A8E7-5B1D-D291-7725-D8AC463AA0BC}"/>
              </a:ext>
            </a:extLst>
          </p:cNvPr>
          <p:cNvSpPr txBox="1"/>
          <p:nvPr/>
        </p:nvSpPr>
        <p:spPr>
          <a:xfrm>
            <a:off x="660400" y="6350000"/>
            <a:ext cx="1041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65264"/>
                </a:solidFill>
              </a:rPr>
              <a:t>Source basis: describe where this material came from.</a:t>
            </a:r>
          </a:p>
        </p:txBody>
      </p:sp>
    </p:spTree>
    <p:extLst>
      <p:ext uri="{BB962C8B-B14F-4D97-AF65-F5344CB8AC3E}">
        <p14:creationId xmlns:p14="http://schemas.microsoft.com/office/powerpoint/2010/main" val="3168737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7FC117A-535A-C672-531D-B141702D5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CD02295-7ED0-01E0-5D87-C55B213E6F4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FEC6881F-3D90-2EA7-E7AF-897305256F7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581C60E-6CF8-8D7F-8258-002C6553BA10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CBA56A86-87AF-159B-93DD-260CD7BBDC8A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0CC17F9-E387-9E01-D822-200983BDD53A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14FE664-292C-10CB-12F6-E6A8083CBCEE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68E7C118-B430-31FB-33D4-321616C7A356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A85BA50E-D59C-AC15-12C4-2E337BEFFE07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E0468A16-F2C3-EE4D-AB1F-DA6B1F6E90C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4D70DA54-8B76-EFCC-307E-8424D599AF2E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6B6F019-69B2-C4A6-F74A-2BC8838E693C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55B76A2-6B7A-1367-CD1D-58640791812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4A3ED917-DC35-C646-B499-BFFEC6ACB9D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5259519-631B-F1A4-B020-206FE420020E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3149067-455B-93B5-E038-675EDD435D9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3F423630-1C0D-C2FE-30E0-44AA7BA1DD45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C076466E-3C81-9776-D5AA-9953A9FB3FCE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39CDE9AF-7246-A1EA-CA61-159FD1268C97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B42444E6-FE87-1E08-04A6-4B09991D858E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1CAEC5E-34A3-46A8-D1F3-64AA06113A9E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469AD1DF-6AB3-0EC1-995A-25DE95856CB9}"/>
              </a:ext>
            </a:extLst>
          </p:cNvPr>
          <p:cNvSpPr>
            <a:spLocks noGrp="1"/>
          </p:cNvSpPr>
          <p:nvPr>
            <p:ph type="body" idx="2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CC56FAB3-D545-00DA-799E-8D0C88DFBA18}"/>
              </a:ext>
            </a:extLst>
          </p:cNvPr>
          <p:cNvSpPr>
            <a:spLocks noGrp="1"/>
          </p:cNvSpPr>
          <p:nvPr>
            <p:ph type="body" idx="23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2EBBB55F-8F87-412C-3919-E711CB238865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32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10949</TotalTime>
  <Words>1197</Words>
  <Application>Microsoft Office PowerPoint</Application>
  <PresentationFormat>Widescreen</PresentationFormat>
  <Paragraphs>310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SBD Foundry AI Update - June 19 to July 10, 2026</dc:title>
  <dc:subject>SBD Foundry AI update</dc:subject>
  <dc:creator>Piotr Karpala</dc:creator>
  <cp:lastModifiedBy>Piotr Karpala</cp:lastModifiedBy>
  <cp:revision>4</cp:revision>
  <dcterms:created xsi:type="dcterms:W3CDTF">2026-07-10T17:32:33Z</dcterms:created>
  <dcterms:modified xsi:type="dcterms:W3CDTF">2026-08-04T14:14:30Z</dcterms:modified>
</cp:coreProperties>
</file>